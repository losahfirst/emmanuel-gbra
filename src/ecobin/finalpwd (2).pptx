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2" r:id="rId18"/>
    <p:sldId id="273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6B72BD-7B4A-4133-926F-5DFD4CA1170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BEC69C73-A434-499D-BAE9-6E7C6507CB9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Collecte hygiénique et tri à la source des déchets</a:t>
          </a:r>
        </a:p>
      </dgm:t>
    </dgm:pt>
    <dgm:pt modelId="{FC1EE1CB-0543-4245-BC14-5D195E362DAB}" type="parTrans" cxnId="{985DC4D6-C31D-4343-AEEE-1A39F7753C7C}">
      <dgm:prSet/>
      <dgm:spPr/>
      <dgm:t>
        <a:bodyPr/>
        <a:lstStyle/>
        <a:p>
          <a:endParaRPr lang="en-US" sz="1400"/>
        </a:p>
      </dgm:t>
    </dgm:pt>
    <dgm:pt modelId="{4A7B3688-D7CD-42B0-A304-96547D2F6EFD}" type="sibTrans" cxnId="{985DC4D6-C31D-4343-AEEE-1A39F7753C7C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17943FD-EC69-409D-AB40-82C3FFBC59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Recyclage, valorisation et monétisation des déchets triés</a:t>
          </a:r>
        </a:p>
      </dgm:t>
    </dgm:pt>
    <dgm:pt modelId="{1065696C-58EA-4322-ACF7-2ACA0FF290EB}" type="parTrans" cxnId="{82DBA829-6BDC-4F5A-A4E7-A2238F6F3639}">
      <dgm:prSet/>
      <dgm:spPr/>
      <dgm:t>
        <a:bodyPr/>
        <a:lstStyle/>
        <a:p>
          <a:endParaRPr lang="en-US" sz="1400"/>
        </a:p>
      </dgm:t>
    </dgm:pt>
    <dgm:pt modelId="{178FC405-79B3-4DFB-944E-3DB3DE8BEA6A}" type="sibTrans" cxnId="{82DBA829-6BDC-4F5A-A4E7-A2238F6F3639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789AEFDB-1010-4312-9AF2-2FD25F4FB1F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Adoption d’attitudes éco- responsables</a:t>
          </a:r>
        </a:p>
      </dgm:t>
    </dgm:pt>
    <dgm:pt modelId="{E5DBBF27-29C1-4DB1-9955-2254551564C9}" type="parTrans" cxnId="{940009DB-4852-4F20-B2F6-7441C3B04F83}">
      <dgm:prSet/>
      <dgm:spPr/>
      <dgm:t>
        <a:bodyPr/>
        <a:lstStyle/>
        <a:p>
          <a:endParaRPr lang="en-US" sz="1400"/>
        </a:p>
      </dgm:t>
    </dgm:pt>
    <dgm:pt modelId="{C1D07068-0693-4CFC-A907-F48BA41D14C9}" type="sibTrans" cxnId="{940009DB-4852-4F20-B2F6-7441C3B04F83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91DC1F3-2743-489E-8565-F70C30ADD42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Gestion</a:t>
          </a:r>
          <a:r>
            <a:rPr lang="fr-FR" sz="1400" baseline="0" noProof="0" dirty="0"/>
            <a:t> efficace des déchets </a:t>
          </a:r>
          <a:endParaRPr lang="fr-FR" sz="1400" noProof="0" dirty="0"/>
        </a:p>
      </dgm:t>
    </dgm:pt>
    <dgm:pt modelId="{FE1D201E-88FE-46B6-A4EE-B026602BEB93}" type="parTrans" cxnId="{4EAA4D2A-8726-4C3F-A651-08C2CF1300F4}">
      <dgm:prSet/>
      <dgm:spPr/>
      <dgm:t>
        <a:bodyPr/>
        <a:lstStyle/>
        <a:p>
          <a:endParaRPr lang="fr-FR" sz="1400"/>
        </a:p>
      </dgm:t>
    </dgm:pt>
    <dgm:pt modelId="{117B522E-102A-4E9B-9E89-961B87869D6B}" type="sibTrans" cxnId="{4EAA4D2A-8726-4C3F-A651-08C2CF1300F4}">
      <dgm:prSet/>
      <dgm:spPr/>
      <dgm:t>
        <a:bodyPr/>
        <a:lstStyle/>
        <a:p>
          <a:endParaRPr lang="fr-FR" sz="1400"/>
        </a:p>
      </dgm:t>
    </dgm:pt>
    <dgm:pt modelId="{8756D8CF-8C29-4577-998A-4DAFAA18D663}" type="pres">
      <dgm:prSet presAssocID="{EA6B72BD-7B4A-4133-926F-5DFD4CA11709}" presName="root" presStyleCnt="0">
        <dgm:presLayoutVars>
          <dgm:dir/>
          <dgm:resizeHandles val="exact"/>
        </dgm:presLayoutVars>
      </dgm:prSet>
      <dgm:spPr/>
    </dgm:pt>
    <dgm:pt modelId="{7E00A828-E297-45AF-8FCA-3619D69A0BFE}" type="pres">
      <dgm:prSet presAssocID="{BEC69C73-A434-499D-BAE9-6E7C6507CB95}" presName="compNode" presStyleCnt="0"/>
      <dgm:spPr/>
    </dgm:pt>
    <dgm:pt modelId="{C65BE7A7-A733-4D47-A0D5-D4254D726DF3}" type="pres">
      <dgm:prSet presAssocID="{BEC69C73-A434-499D-BAE9-6E7C6507CB9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age"/>
        </a:ext>
      </dgm:extLst>
    </dgm:pt>
    <dgm:pt modelId="{3CEFBB55-91A5-406F-AFBD-89FC356BDB25}" type="pres">
      <dgm:prSet presAssocID="{BEC69C73-A434-499D-BAE9-6E7C6507CB95}" presName="spaceRect" presStyleCnt="0"/>
      <dgm:spPr/>
    </dgm:pt>
    <dgm:pt modelId="{85E845DE-1D89-446C-BD56-6484CD7F9C65}" type="pres">
      <dgm:prSet presAssocID="{BEC69C73-A434-499D-BAE9-6E7C6507CB95}" presName="textRect" presStyleLbl="revTx" presStyleIdx="0" presStyleCnt="4">
        <dgm:presLayoutVars>
          <dgm:chMax val="1"/>
          <dgm:chPref val="1"/>
        </dgm:presLayoutVars>
      </dgm:prSet>
      <dgm:spPr/>
    </dgm:pt>
    <dgm:pt modelId="{09DA98C7-CA83-47BF-BCA2-2DBDB0F6515A}" type="pres">
      <dgm:prSet presAssocID="{4A7B3688-D7CD-42B0-A304-96547D2F6EFD}" presName="sibTrans" presStyleCnt="0"/>
      <dgm:spPr/>
    </dgm:pt>
    <dgm:pt modelId="{C36EB4E2-0576-46F2-908A-BAC5F6199CBC}" type="pres">
      <dgm:prSet presAssocID="{A17943FD-EC69-409D-AB40-82C3FFBC590E}" presName="compNode" presStyleCnt="0"/>
      <dgm:spPr/>
    </dgm:pt>
    <dgm:pt modelId="{E534E312-2950-41CD-AB21-0A41514E2357}" type="pres">
      <dgm:prSet presAssocID="{A17943FD-EC69-409D-AB40-82C3FFBC59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7DD9FA11-188D-41DB-8EFA-F81D6F157084}" type="pres">
      <dgm:prSet presAssocID="{A17943FD-EC69-409D-AB40-82C3FFBC590E}" presName="spaceRect" presStyleCnt="0"/>
      <dgm:spPr/>
    </dgm:pt>
    <dgm:pt modelId="{BD984231-4B5B-4960-A8D4-54E91027A615}" type="pres">
      <dgm:prSet presAssocID="{A17943FD-EC69-409D-AB40-82C3FFBC590E}" presName="textRect" presStyleLbl="revTx" presStyleIdx="1" presStyleCnt="4">
        <dgm:presLayoutVars>
          <dgm:chMax val="1"/>
          <dgm:chPref val="1"/>
        </dgm:presLayoutVars>
      </dgm:prSet>
      <dgm:spPr/>
    </dgm:pt>
    <dgm:pt modelId="{1C0C48CE-33FC-4094-BB8C-9BE82D58F9B7}" type="pres">
      <dgm:prSet presAssocID="{178FC405-79B3-4DFB-944E-3DB3DE8BEA6A}" presName="sibTrans" presStyleCnt="0"/>
      <dgm:spPr/>
    </dgm:pt>
    <dgm:pt modelId="{70830517-4DC8-4B2E-988F-D3E1AD6E8D9D}" type="pres">
      <dgm:prSet presAssocID="{789AEFDB-1010-4312-9AF2-2FD25F4FB1F0}" presName="compNode" presStyleCnt="0"/>
      <dgm:spPr/>
    </dgm:pt>
    <dgm:pt modelId="{AFC2A59A-1F76-42A3-B920-266143D1D225}" type="pres">
      <dgm:prSet presAssocID="{789AEFDB-1010-4312-9AF2-2FD25F4FB1F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illon"/>
        </a:ext>
      </dgm:extLst>
    </dgm:pt>
    <dgm:pt modelId="{AF143411-FCFA-4632-9992-B0BF9C972440}" type="pres">
      <dgm:prSet presAssocID="{789AEFDB-1010-4312-9AF2-2FD25F4FB1F0}" presName="spaceRect" presStyleCnt="0"/>
      <dgm:spPr/>
    </dgm:pt>
    <dgm:pt modelId="{6698C3DB-0EBF-4359-A96F-E984213A9021}" type="pres">
      <dgm:prSet presAssocID="{789AEFDB-1010-4312-9AF2-2FD25F4FB1F0}" presName="textRect" presStyleLbl="revTx" presStyleIdx="2" presStyleCnt="4">
        <dgm:presLayoutVars>
          <dgm:chMax val="1"/>
          <dgm:chPref val="1"/>
        </dgm:presLayoutVars>
      </dgm:prSet>
      <dgm:spPr/>
    </dgm:pt>
    <dgm:pt modelId="{3D53122D-63EF-4B65-B1BE-66E1BC84B9A7}" type="pres">
      <dgm:prSet presAssocID="{C1D07068-0693-4CFC-A907-F48BA41D14C9}" presName="sibTrans" presStyleCnt="0"/>
      <dgm:spPr/>
    </dgm:pt>
    <dgm:pt modelId="{F319FD03-8BFB-410A-9124-05721B0E77D5}" type="pres">
      <dgm:prSet presAssocID="{D91DC1F3-2743-489E-8565-F70C30ADD421}" presName="compNode" presStyleCnt="0"/>
      <dgm:spPr/>
    </dgm:pt>
    <dgm:pt modelId="{0D895424-0475-4AE6-A42C-5FBBA9269464}" type="pres">
      <dgm:prSet presAssocID="{D91DC1F3-2743-489E-8565-F70C30ADD4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6112084E-B9D6-4070-B361-1C79F90DF86C}" type="pres">
      <dgm:prSet presAssocID="{D91DC1F3-2743-489E-8565-F70C30ADD421}" presName="spaceRect" presStyleCnt="0"/>
      <dgm:spPr/>
    </dgm:pt>
    <dgm:pt modelId="{AB13FC07-6D67-445D-A88F-65ED7D77B5E0}" type="pres">
      <dgm:prSet presAssocID="{D91DC1F3-2743-489E-8565-F70C30ADD42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A239703-AE05-4065-880C-0BD28BC08D8C}" type="presOf" srcId="{EA6B72BD-7B4A-4133-926F-5DFD4CA11709}" destId="{8756D8CF-8C29-4577-998A-4DAFAA18D663}" srcOrd="0" destOrd="0" presId="urn:microsoft.com/office/officeart/2018/2/layout/IconLabelList"/>
    <dgm:cxn modelId="{1DCE0D12-5002-46DC-A9BD-BF805DE983C5}" type="presOf" srcId="{789AEFDB-1010-4312-9AF2-2FD25F4FB1F0}" destId="{6698C3DB-0EBF-4359-A96F-E984213A9021}" srcOrd="0" destOrd="0" presId="urn:microsoft.com/office/officeart/2018/2/layout/IconLabelList"/>
    <dgm:cxn modelId="{82DBA829-6BDC-4F5A-A4E7-A2238F6F3639}" srcId="{EA6B72BD-7B4A-4133-926F-5DFD4CA11709}" destId="{A17943FD-EC69-409D-AB40-82C3FFBC590E}" srcOrd="1" destOrd="0" parTransId="{1065696C-58EA-4322-ACF7-2ACA0FF290EB}" sibTransId="{178FC405-79B3-4DFB-944E-3DB3DE8BEA6A}"/>
    <dgm:cxn modelId="{4EAA4D2A-8726-4C3F-A651-08C2CF1300F4}" srcId="{EA6B72BD-7B4A-4133-926F-5DFD4CA11709}" destId="{D91DC1F3-2743-489E-8565-F70C30ADD421}" srcOrd="3" destOrd="0" parTransId="{FE1D201E-88FE-46B6-A4EE-B026602BEB93}" sibTransId="{117B522E-102A-4E9B-9E89-961B87869D6B}"/>
    <dgm:cxn modelId="{6C4AF881-B703-45A1-AE39-5ABD5DB6C5C7}" type="presOf" srcId="{D91DC1F3-2743-489E-8565-F70C30ADD421}" destId="{AB13FC07-6D67-445D-A88F-65ED7D77B5E0}" srcOrd="0" destOrd="0" presId="urn:microsoft.com/office/officeart/2018/2/layout/IconLabelList"/>
    <dgm:cxn modelId="{C2D27EB6-A08E-4059-B47A-7C7D32DA18C4}" type="presOf" srcId="{BEC69C73-A434-499D-BAE9-6E7C6507CB95}" destId="{85E845DE-1D89-446C-BD56-6484CD7F9C65}" srcOrd="0" destOrd="0" presId="urn:microsoft.com/office/officeart/2018/2/layout/IconLabelList"/>
    <dgm:cxn modelId="{985DC4D6-C31D-4343-AEEE-1A39F7753C7C}" srcId="{EA6B72BD-7B4A-4133-926F-5DFD4CA11709}" destId="{BEC69C73-A434-499D-BAE9-6E7C6507CB95}" srcOrd="0" destOrd="0" parTransId="{FC1EE1CB-0543-4245-BC14-5D195E362DAB}" sibTransId="{4A7B3688-D7CD-42B0-A304-96547D2F6EFD}"/>
    <dgm:cxn modelId="{940009DB-4852-4F20-B2F6-7441C3B04F83}" srcId="{EA6B72BD-7B4A-4133-926F-5DFD4CA11709}" destId="{789AEFDB-1010-4312-9AF2-2FD25F4FB1F0}" srcOrd="2" destOrd="0" parTransId="{E5DBBF27-29C1-4DB1-9955-2254551564C9}" sibTransId="{C1D07068-0693-4CFC-A907-F48BA41D14C9}"/>
    <dgm:cxn modelId="{53BB18F2-6C6F-4EC8-9800-83FFD7D712DF}" type="presOf" srcId="{A17943FD-EC69-409D-AB40-82C3FFBC590E}" destId="{BD984231-4B5B-4960-A8D4-54E91027A615}" srcOrd="0" destOrd="0" presId="urn:microsoft.com/office/officeart/2018/2/layout/IconLabelList"/>
    <dgm:cxn modelId="{10914CCF-00C3-4DE6-989D-966D9417546D}" type="presParOf" srcId="{8756D8CF-8C29-4577-998A-4DAFAA18D663}" destId="{7E00A828-E297-45AF-8FCA-3619D69A0BFE}" srcOrd="0" destOrd="0" presId="urn:microsoft.com/office/officeart/2018/2/layout/IconLabelList"/>
    <dgm:cxn modelId="{F8D73724-AA29-48FC-811C-83DB7E626C67}" type="presParOf" srcId="{7E00A828-E297-45AF-8FCA-3619D69A0BFE}" destId="{C65BE7A7-A733-4D47-A0D5-D4254D726DF3}" srcOrd="0" destOrd="0" presId="urn:microsoft.com/office/officeart/2018/2/layout/IconLabelList"/>
    <dgm:cxn modelId="{546B75F8-B825-4BAC-B9CA-85159E63AD56}" type="presParOf" srcId="{7E00A828-E297-45AF-8FCA-3619D69A0BFE}" destId="{3CEFBB55-91A5-406F-AFBD-89FC356BDB25}" srcOrd="1" destOrd="0" presId="urn:microsoft.com/office/officeart/2018/2/layout/IconLabelList"/>
    <dgm:cxn modelId="{10B21D71-F28F-4043-9DF7-F69EDDA871E1}" type="presParOf" srcId="{7E00A828-E297-45AF-8FCA-3619D69A0BFE}" destId="{85E845DE-1D89-446C-BD56-6484CD7F9C65}" srcOrd="2" destOrd="0" presId="urn:microsoft.com/office/officeart/2018/2/layout/IconLabelList"/>
    <dgm:cxn modelId="{68B056B9-2D8A-4473-8E55-C13A9C8D7477}" type="presParOf" srcId="{8756D8CF-8C29-4577-998A-4DAFAA18D663}" destId="{09DA98C7-CA83-47BF-BCA2-2DBDB0F6515A}" srcOrd="1" destOrd="0" presId="urn:microsoft.com/office/officeart/2018/2/layout/IconLabelList"/>
    <dgm:cxn modelId="{CAAF7E41-822C-4EF9-8A5A-14B026A64F76}" type="presParOf" srcId="{8756D8CF-8C29-4577-998A-4DAFAA18D663}" destId="{C36EB4E2-0576-46F2-908A-BAC5F6199CBC}" srcOrd="2" destOrd="0" presId="urn:microsoft.com/office/officeart/2018/2/layout/IconLabelList"/>
    <dgm:cxn modelId="{5DB6C534-FB4C-4E62-8594-3BE3EBC07852}" type="presParOf" srcId="{C36EB4E2-0576-46F2-908A-BAC5F6199CBC}" destId="{E534E312-2950-41CD-AB21-0A41514E2357}" srcOrd="0" destOrd="0" presId="urn:microsoft.com/office/officeart/2018/2/layout/IconLabelList"/>
    <dgm:cxn modelId="{457DC4C3-A2B1-41BE-AD82-B8DAF55AB9F0}" type="presParOf" srcId="{C36EB4E2-0576-46F2-908A-BAC5F6199CBC}" destId="{7DD9FA11-188D-41DB-8EFA-F81D6F157084}" srcOrd="1" destOrd="0" presId="urn:microsoft.com/office/officeart/2018/2/layout/IconLabelList"/>
    <dgm:cxn modelId="{6084340B-1F55-4511-BBBC-5D62BA0C925B}" type="presParOf" srcId="{C36EB4E2-0576-46F2-908A-BAC5F6199CBC}" destId="{BD984231-4B5B-4960-A8D4-54E91027A615}" srcOrd="2" destOrd="0" presId="urn:microsoft.com/office/officeart/2018/2/layout/IconLabelList"/>
    <dgm:cxn modelId="{E8E8E691-CBCC-468E-AA47-E93151739182}" type="presParOf" srcId="{8756D8CF-8C29-4577-998A-4DAFAA18D663}" destId="{1C0C48CE-33FC-4094-BB8C-9BE82D58F9B7}" srcOrd="3" destOrd="0" presId="urn:microsoft.com/office/officeart/2018/2/layout/IconLabelList"/>
    <dgm:cxn modelId="{6D60EAD9-EA82-480F-A738-51659BB82AA5}" type="presParOf" srcId="{8756D8CF-8C29-4577-998A-4DAFAA18D663}" destId="{70830517-4DC8-4B2E-988F-D3E1AD6E8D9D}" srcOrd="4" destOrd="0" presId="urn:microsoft.com/office/officeart/2018/2/layout/IconLabelList"/>
    <dgm:cxn modelId="{6D97EFBB-B0D4-45DA-B6B4-3AD403CC94D0}" type="presParOf" srcId="{70830517-4DC8-4B2E-988F-D3E1AD6E8D9D}" destId="{AFC2A59A-1F76-42A3-B920-266143D1D225}" srcOrd="0" destOrd="0" presId="urn:microsoft.com/office/officeart/2018/2/layout/IconLabelList"/>
    <dgm:cxn modelId="{4E0AC664-DC12-4C04-8626-59882C9CAE24}" type="presParOf" srcId="{70830517-4DC8-4B2E-988F-D3E1AD6E8D9D}" destId="{AF143411-FCFA-4632-9992-B0BF9C972440}" srcOrd="1" destOrd="0" presId="urn:microsoft.com/office/officeart/2018/2/layout/IconLabelList"/>
    <dgm:cxn modelId="{B71CDBA1-3766-49D7-A642-019C8CC16704}" type="presParOf" srcId="{70830517-4DC8-4B2E-988F-D3E1AD6E8D9D}" destId="{6698C3DB-0EBF-4359-A96F-E984213A9021}" srcOrd="2" destOrd="0" presId="urn:microsoft.com/office/officeart/2018/2/layout/IconLabelList"/>
    <dgm:cxn modelId="{AD6B4130-0FCB-4EAB-A61A-88138EB39875}" type="presParOf" srcId="{8756D8CF-8C29-4577-998A-4DAFAA18D663}" destId="{3D53122D-63EF-4B65-B1BE-66E1BC84B9A7}" srcOrd="5" destOrd="0" presId="urn:microsoft.com/office/officeart/2018/2/layout/IconLabelList"/>
    <dgm:cxn modelId="{B42E646E-55CE-4980-B6CB-1BAE9EE08161}" type="presParOf" srcId="{8756D8CF-8C29-4577-998A-4DAFAA18D663}" destId="{F319FD03-8BFB-410A-9124-05721B0E77D5}" srcOrd="6" destOrd="0" presId="urn:microsoft.com/office/officeart/2018/2/layout/IconLabelList"/>
    <dgm:cxn modelId="{80CF9B2A-8A08-4BED-A3E3-FC99BA48C415}" type="presParOf" srcId="{F319FD03-8BFB-410A-9124-05721B0E77D5}" destId="{0D895424-0475-4AE6-A42C-5FBBA9269464}" srcOrd="0" destOrd="0" presId="urn:microsoft.com/office/officeart/2018/2/layout/IconLabelList"/>
    <dgm:cxn modelId="{2F17104C-AF14-480F-89D3-F2AEBBADEFA1}" type="presParOf" srcId="{F319FD03-8BFB-410A-9124-05721B0E77D5}" destId="{6112084E-B9D6-4070-B361-1C79F90DF86C}" srcOrd="1" destOrd="0" presId="urn:microsoft.com/office/officeart/2018/2/layout/IconLabelList"/>
    <dgm:cxn modelId="{12F087FA-D8FB-4BA6-9049-35FE58CC8BCD}" type="presParOf" srcId="{F319FD03-8BFB-410A-9124-05721B0E77D5}" destId="{AB13FC07-6D67-445D-A88F-65ED7D77B5E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24E0C7-D396-44F5-A897-8B3E2EC0862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B897CC7-E28E-44D4-B6B4-FBD4D22B041C}">
      <dgm:prSet custT="1"/>
      <dgm:spPr/>
      <dgm:t>
        <a:bodyPr/>
        <a:lstStyle/>
        <a:p>
          <a:pPr algn="l"/>
          <a:r>
            <a:rPr lang="fr-FR" sz="1400" noProof="0" dirty="0"/>
            <a:t>1</a:t>
          </a:r>
          <a:r>
            <a:rPr lang="fr-FR" sz="1400" b="1" noProof="0" dirty="0"/>
            <a:t>. Particuliers et entreprises</a:t>
          </a:r>
          <a:r>
            <a:rPr lang="fr-FR" sz="1400" noProof="0" dirty="0"/>
            <a:t>:</a:t>
          </a:r>
        </a:p>
        <a:p>
          <a:pPr algn="l"/>
          <a:r>
            <a:rPr lang="fr-FR" sz="1400" noProof="0" dirty="0"/>
            <a:t> Ménages, PME, commerçant, banques </a:t>
          </a:r>
        </a:p>
      </dgm:t>
    </dgm:pt>
    <dgm:pt modelId="{6DE4A26C-4971-472D-B218-9C444EC91FA9}" type="parTrans" cxnId="{2C5DD03A-2B92-48F0-887C-FA4B2165CBD4}">
      <dgm:prSet/>
      <dgm:spPr/>
      <dgm:t>
        <a:bodyPr/>
        <a:lstStyle/>
        <a:p>
          <a:endParaRPr lang="en-US" sz="1400"/>
        </a:p>
      </dgm:t>
    </dgm:pt>
    <dgm:pt modelId="{E12E9DDD-0A76-4A68-8696-3795E0C1F13D}" type="sibTrans" cxnId="{2C5DD03A-2B92-48F0-887C-FA4B2165CBD4}">
      <dgm:prSet/>
      <dgm:spPr/>
      <dgm:t>
        <a:bodyPr/>
        <a:lstStyle/>
        <a:p>
          <a:endParaRPr lang="en-US" sz="1400"/>
        </a:p>
      </dgm:t>
    </dgm:pt>
    <dgm:pt modelId="{24F668D1-4947-4A03-8C96-3EB97D0F9E20}">
      <dgm:prSet custT="1"/>
      <dgm:spPr/>
      <dgm:t>
        <a:bodyPr/>
        <a:lstStyle/>
        <a:p>
          <a:pPr algn="l"/>
          <a:r>
            <a:rPr lang="fr-FR" sz="1400" noProof="0" dirty="0"/>
            <a:t>2</a:t>
          </a:r>
          <a:r>
            <a:rPr lang="fr-FR" sz="1400" b="1" noProof="0" dirty="0"/>
            <a:t>. Entreprises de collectes de déchets</a:t>
          </a:r>
        </a:p>
        <a:p>
          <a:pPr algn="l"/>
          <a:r>
            <a:rPr lang="fr-FR" sz="1400" b="0" noProof="0" dirty="0"/>
            <a:t>ECOTISA, ECO-EBURNIE, Ivoire maintenance… </a:t>
          </a:r>
        </a:p>
      </dgm:t>
    </dgm:pt>
    <dgm:pt modelId="{E841CA7A-C0CD-4F43-BDB2-D84034D41398}" type="parTrans" cxnId="{444C9B68-3585-4955-B3C7-9B313AB51E14}">
      <dgm:prSet/>
      <dgm:spPr/>
      <dgm:t>
        <a:bodyPr/>
        <a:lstStyle/>
        <a:p>
          <a:endParaRPr lang="en-US" sz="1400"/>
        </a:p>
      </dgm:t>
    </dgm:pt>
    <dgm:pt modelId="{9EE6C9C5-EE5A-4753-B8CD-C81568F44D19}" type="sibTrans" cxnId="{444C9B68-3585-4955-B3C7-9B313AB51E14}">
      <dgm:prSet/>
      <dgm:spPr/>
      <dgm:t>
        <a:bodyPr/>
        <a:lstStyle/>
        <a:p>
          <a:endParaRPr lang="en-US" sz="1400"/>
        </a:p>
      </dgm:t>
    </dgm:pt>
    <dgm:pt modelId="{12540184-5436-4E3D-95DB-EA6EFCFAC32E}">
      <dgm:prSet custT="1"/>
      <dgm:spPr/>
      <dgm:t>
        <a:bodyPr/>
        <a:lstStyle/>
        <a:p>
          <a:pPr algn="l"/>
          <a:r>
            <a:rPr lang="fr-FR" sz="1400" noProof="0" dirty="0"/>
            <a:t>3</a:t>
          </a:r>
          <a:r>
            <a:rPr lang="fr-FR" sz="1400" b="1" noProof="0" dirty="0"/>
            <a:t>. Mairie et collectivités</a:t>
          </a:r>
        </a:p>
        <a:p>
          <a:pPr algn="l"/>
          <a:r>
            <a:rPr lang="fr-FR" sz="1400" b="0" noProof="0" dirty="0"/>
            <a:t>Mairie, conseils régionaux… </a:t>
          </a:r>
        </a:p>
      </dgm:t>
    </dgm:pt>
    <dgm:pt modelId="{C97A5718-453B-481C-BD30-7605EEE87B26}" type="parTrans" cxnId="{38BC9680-5CE0-466C-8250-4612A50B25AA}">
      <dgm:prSet/>
      <dgm:spPr/>
      <dgm:t>
        <a:bodyPr/>
        <a:lstStyle/>
        <a:p>
          <a:endParaRPr lang="en-US" sz="1400"/>
        </a:p>
      </dgm:t>
    </dgm:pt>
    <dgm:pt modelId="{30201A37-96B5-48AA-B3F8-AF3A3834BC08}" type="sibTrans" cxnId="{38BC9680-5CE0-466C-8250-4612A50B25AA}">
      <dgm:prSet/>
      <dgm:spPr/>
      <dgm:t>
        <a:bodyPr/>
        <a:lstStyle/>
        <a:p>
          <a:endParaRPr lang="en-US" sz="1400"/>
        </a:p>
      </dgm:t>
    </dgm:pt>
    <dgm:pt modelId="{76038CBC-A3B1-45A0-B43A-08A40AFF7F1A}">
      <dgm:prSet custT="1"/>
      <dgm:spPr/>
      <dgm:t>
        <a:bodyPr/>
        <a:lstStyle/>
        <a:p>
          <a:pPr algn="l"/>
          <a:r>
            <a:rPr lang="fr-FR" sz="1400" b="0" noProof="0" dirty="0"/>
            <a:t>4.</a:t>
          </a:r>
          <a:r>
            <a:rPr lang="fr-FR" sz="1400" b="1" noProof="0" dirty="0"/>
            <a:t>Entreprises de Facility, HOTEL et école, Industriels </a:t>
          </a:r>
        </a:p>
        <a:p>
          <a:pPr algn="l"/>
          <a:r>
            <a:rPr lang="fr-FR" sz="1400" noProof="0" dirty="0"/>
            <a:t> IFM , challenges CI,, ALPHAMEAD, ONOMO HOTEL, NOOM HOTEL, SEEN HOTEL…</a:t>
          </a:r>
        </a:p>
      </dgm:t>
    </dgm:pt>
    <dgm:pt modelId="{BDC7C3FF-B12A-4868-AC45-76E65BA5F321}" type="parTrans" cxnId="{8336FA5C-9E1B-41FB-81AE-F8812AAC2767}">
      <dgm:prSet/>
      <dgm:spPr/>
      <dgm:t>
        <a:bodyPr/>
        <a:lstStyle/>
        <a:p>
          <a:endParaRPr lang="en-US" sz="1400"/>
        </a:p>
      </dgm:t>
    </dgm:pt>
    <dgm:pt modelId="{B8EF6020-CBFD-44C9-A2FA-F6CAEC8EE1B0}" type="sibTrans" cxnId="{8336FA5C-9E1B-41FB-81AE-F8812AAC2767}">
      <dgm:prSet/>
      <dgm:spPr/>
      <dgm:t>
        <a:bodyPr/>
        <a:lstStyle/>
        <a:p>
          <a:endParaRPr lang="en-US" sz="1400"/>
        </a:p>
      </dgm:t>
    </dgm:pt>
    <dgm:pt modelId="{60557095-DF52-4AA9-9873-197ED0221B08}" type="pres">
      <dgm:prSet presAssocID="{BA24E0C7-D396-44F5-A897-8B3E2EC08629}" presName="root" presStyleCnt="0">
        <dgm:presLayoutVars>
          <dgm:dir/>
          <dgm:resizeHandles val="exact"/>
        </dgm:presLayoutVars>
      </dgm:prSet>
      <dgm:spPr/>
    </dgm:pt>
    <dgm:pt modelId="{EFE43DD7-82E0-47E9-AECD-051AA261739B}" type="pres">
      <dgm:prSet presAssocID="{CB897CC7-E28E-44D4-B6B4-FBD4D22B041C}" presName="compNode" presStyleCnt="0"/>
      <dgm:spPr/>
    </dgm:pt>
    <dgm:pt modelId="{38D8E146-C26D-4966-B9BE-6B499736EE9C}" type="pres">
      <dgm:prSet presAssocID="{CB897CC7-E28E-44D4-B6B4-FBD4D22B04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asin avec un remplissage uni"/>
        </a:ext>
      </dgm:extLst>
    </dgm:pt>
    <dgm:pt modelId="{B8AC92A8-387F-4897-853E-EA9E48182D9D}" type="pres">
      <dgm:prSet presAssocID="{CB897CC7-E28E-44D4-B6B4-FBD4D22B041C}" presName="spaceRect" presStyleCnt="0"/>
      <dgm:spPr/>
    </dgm:pt>
    <dgm:pt modelId="{48122A01-F23D-46C2-83E3-B87C25ED886D}" type="pres">
      <dgm:prSet presAssocID="{CB897CC7-E28E-44D4-B6B4-FBD4D22B041C}" presName="textRect" presStyleLbl="revTx" presStyleIdx="0" presStyleCnt="4" custScaleX="167509" custScaleY="147255">
        <dgm:presLayoutVars>
          <dgm:chMax val="1"/>
          <dgm:chPref val="1"/>
        </dgm:presLayoutVars>
      </dgm:prSet>
      <dgm:spPr/>
    </dgm:pt>
    <dgm:pt modelId="{C5A45E23-5675-41C1-9F97-362210176F73}" type="pres">
      <dgm:prSet presAssocID="{E12E9DDD-0A76-4A68-8696-3795E0C1F13D}" presName="sibTrans" presStyleCnt="0"/>
      <dgm:spPr/>
    </dgm:pt>
    <dgm:pt modelId="{A22A85E3-0F46-4478-B596-FEC9FBE39BCF}" type="pres">
      <dgm:prSet presAssocID="{24F668D1-4947-4A03-8C96-3EB97D0F9E20}" presName="compNode" presStyleCnt="0"/>
      <dgm:spPr/>
    </dgm:pt>
    <dgm:pt modelId="{60D798BE-7ABD-42EE-A892-B51831C1DE62}" type="pres">
      <dgm:prSet presAssocID="{24F668D1-4947-4A03-8C96-3EB97D0F9E20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ormatique hébergé avec un remplissage uni"/>
        </a:ext>
      </dgm:extLst>
    </dgm:pt>
    <dgm:pt modelId="{10BA84AF-9E62-487D-82D2-4C8845E5981E}" type="pres">
      <dgm:prSet presAssocID="{24F668D1-4947-4A03-8C96-3EB97D0F9E20}" presName="spaceRect" presStyleCnt="0"/>
      <dgm:spPr/>
    </dgm:pt>
    <dgm:pt modelId="{70AB3DFA-9399-4122-A673-06A0D9831EC2}" type="pres">
      <dgm:prSet presAssocID="{24F668D1-4947-4A03-8C96-3EB97D0F9E20}" presName="textRect" presStyleLbl="revTx" presStyleIdx="1" presStyleCnt="4" custScaleX="250656" custScaleY="140276">
        <dgm:presLayoutVars>
          <dgm:chMax val="1"/>
          <dgm:chPref val="1"/>
        </dgm:presLayoutVars>
      </dgm:prSet>
      <dgm:spPr/>
    </dgm:pt>
    <dgm:pt modelId="{13832984-C611-4E78-882F-63E4E7E793AD}" type="pres">
      <dgm:prSet presAssocID="{9EE6C9C5-EE5A-4753-B8CD-C81568F44D19}" presName="sibTrans" presStyleCnt="0"/>
      <dgm:spPr/>
    </dgm:pt>
    <dgm:pt modelId="{21BFB1D9-03D0-4C60-983F-DA0F3950386F}" type="pres">
      <dgm:prSet presAssocID="{12540184-5436-4E3D-95DB-EA6EFCFAC32E}" presName="compNode" presStyleCnt="0"/>
      <dgm:spPr/>
    </dgm:pt>
    <dgm:pt modelId="{D9E93A51-1B2F-407B-AEA3-FC762140BA31}" type="pres">
      <dgm:prSet presAssocID="{12540184-5436-4E3D-95DB-EA6EFCFAC3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cole avec un remplissage uni"/>
        </a:ext>
      </dgm:extLst>
    </dgm:pt>
    <dgm:pt modelId="{2F4CFED1-C374-4A72-B01F-BBE35196D2D0}" type="pres">
      <dgm:prSet presAssocID="{12540184-5436-4E3D-95DB-EA6EFCFAC32E}" presName="spaceRect" presStyleCnt="0"/>
      <dgm:spPr/>
    </dgm:pt>
    <dgm:pt modelId="{0A7BEF46-8AA1-40D3-A1E2-87C820CDE8DB}" type="pres">
      <dgm:prSet presAssocID="{12540184-5436-4E3D-95DB-EA6EFCFAC32E}" presName="textRect" presStyleLbl="revTx" presStyleIdx="2" presStyleCnt="4" custScaleX="171483" custScaleY="208343" custLinFactNeighborX="-1113" custLinFactNeighborY="80030">
        <dgm:presLayoutVars>
          <dgm:chMax val="1"/>
          <dgm:chPref val="1"/>
        </dgm:presLayoutVars>
      </dgm:prSet>
      <dgm:spPr/>
    </dgm:pt>
    <dgm:pt modelId="{1B7C5129-D29E-4319-851E-623372EDCF4E}" type="pres">
      <dgm:prSet presAssocID="{30201A37-96B5-48AA-B3F8-AF3A3834BC08}" presName="sibTrans" presStyleCnt="0"/>
      <dgm:spPr/>
    </dgm:pt>
    <dgm:pt modelId="{D3CE4C26-DBC9-4823-A5F1-3CB5792D2C23}" type="pres">
      <dgm:prSet presAssocID="{76038CBC-A3B1-45A0-B43A-08A40AFF7F1A}" presName="compNode" presStyleCnt="0"/>
      <dgm:spPr/>
    </dgm:pt>
    <dgm:pt modelId="{144D63C5-A62C-4352-9E78-6D5EEF6460FC}" type="pres">
      <dgm:prSet presAssocID="{76038CBC-A3B1-45A0-B43A-08A40AFF7F1A}" presName="iconRect" presStyleLbl="node1" presStyleIdx="3" presStyleCnt="4" custLinFactNeighborX="-79708" custLinFactNeighborY="-14418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âtiment avec un remplissage uni"/>
        </a:ext>
      </dgm:extLst>
    </dgm:pt>
    <dgm:pt modelId="{AD84B1AC-1375-47F5-9499-1EC22993048F}" type="pres">
      <dgm:prSet presAssocID="{76038CBC-A3B1-45A0-B43A-08A40AFF7F1A}" presName="spaceRect" presStyleCnt="0"/>
      <dgm:spPr/>
    </dgm:pt>
    <dgm:pt modelId="{E3200155-293D-447B-8084-BF481F95149D}" type="pres">
      <dgm:prSet presAssocID="{76038CBC-A3B1-45A0-B43A-08A40AFF7F1A}" presName="textRect" presStyleLbl="revTx" presStyleIdx="3" presStyleCnt="4" custScaleX="258350" custScaleY="226282" custLinFactNeighborX="6299" custLinFactNeighborY="34997">
        <dgm:presLayoutVars>
          <dgm:chMax val="1"/>
          <dgm:chPref val="1"/>
        </dgm:presLayoutVars>
      </dgm:prSet>
      <dgm:spPr/>
    </dgm:pt>
  </dgm:ptLst>
  <dgm:cxnLst>
    <dgm:cxn modelId="{B8DB711E-57EB-44FA-8329-D1127272CF95}" type="presOf" srcId="{12540184-5436-4E3D-95DB-EA6EFCFAC32E}" destId="{0A7BEF46-8AA1-40D3-A1E2-87C820CDE8DB}" srcOrd="0" destOrd="0" presId="urn:microsoft.com/office/officeart/2018/2/layout/IconLabelList"/>
    <dgm:cxn modelId="{2C5DD03A-2B92-48F0-887C-FA4B2165CBD4}" srcId="{BA24E0C7-D396-44F5-A897-8B3E2EC08629}" destId="{CB897CC7-E28E-44D4-B6B4-FBD4D22B041C}" srcOrd="0" destOrd="0" parTransId="{6DE4A26C-4971-472D-B218-9C444EC91FA9}" sibTransId="{E12E9DDD-0A76-4A68-8696-3795E0C1F13D}"/>
    <dgm:cxn modelId="{8336FA5C-9E1B-41FB-81AE-F8812AAC2767}" srcId="{BA24E0C7-D396-44F5-A897-8B3E2EC08629}" destId="{76038CBC-A3B1-45A0-B43A-08A40AFF7F1A}" srcOrd="3" destOrd="0" parTransId="{BDC7C3FF-B12A-4868-AC45-76E65BA5F321}" sibTransId="{B8EF6020-CBFD-44C9-A2FA-F6CAEC8EE1B0}"/>
    <dgm:cxn modelId="{444C9B68-3585-4955-B3C7-9B313AB51E14}" srcId="{BA24E0C7-D396-44F5-A897-8B3E2EC08629}" destId="{24F668D1-4947-4A03-8C96-3EB97D0F9E20}" srcOrd="1" destOrd="0" parTransId="{E841CA7A-C0CD-4F43-BDB2-D84034D41398}" sibTransId="{9EE6C9C5-EE5A-4753-B8CD-C81568F44D19}"/>
    <dgm:cxn modelId="{38BC9680-5CE0-466C-8250-4612A50B25AA}" srcId="{BA24E0C7-D396-44F5-A897-8B3E2EC08629}" destId="{12540184-5436-4E3D-95DB-EA6EFCFAC32E}" srcOrd="2" destOrd="0" parTransId="{C97A5718-453B-481C-BD30-7605EEE87B26}" sibTransId="{30201A37-96B5-48AA-B3F8-AF3A3834BC08}"/>
    <dgm:cxn modelId="{B324349D-77A5-4D40-BE02-547D50B24DD9}" type="presOf" srcId="{CB897CC7-E28E-44D4-B6B4-FBD4D22B041C}" destId="{48122A01-F23D-46C2-83E3-B87C25ED886D}" srcOrd="0" destOrd="0" presId="urn:microsoft.com/office/officeart/2018/2/layout/IconLabelList"/>
    <dgm:cxn modelId="{32E6F9A1-F7A1-493B-B07F-EE6D62031D09}" type="presOf" srcId="{76038CBC-A3B1-45A0-B43A-08A40AFF7F1A}" destId="{E3200155-293D-447B-8084-BF481F95149D}" srcOrd="0" destOrd="0" presId="urn:microsoft.com/office/officeart/2018/2/layout/IconLabelList"/>
    <dgm:cxn modelId="{9B6071B4-CA4F-4260-86D7-11B176CE5162}" type="presOf" srcId="{BA24E0C7-D396-44F5-A897-8B3E2EC08629}" destId="{60557095-DF52-4AA9-9873-197ED0221B08}" srcOrd="0" destOrd="0" presId="urn:microsoft.com/office/officeart/2018/2/layout/IconLabelList"/>
    <dgm:cxn modelId="{A82187DC-D150-4ACE-8246-FA61723FB39D}" type="presOf" srcId="{24F668D1-4947-4A03-8C96-3EB97D0F9E20}" destId="{70AB3DFA-9399-4122-A673-06A0D9831EC2}" srcOrd="0" destOrd="0" presId="urn:microsoft.com/office/officeart/2018/2/layout/IconLabelList"/>
    <dgm:cxn modelId="{4A6CCBBE-A6C6-4204-839B-85DEB06C3D28}" type="presParOf" srcId="{60557095-DF52-4AA9-9873-197ED0221B08}" destId="{EFE43DD7-82E0-47E9-AECD-051AA261739B}" srcOrd="0" destOrd="0" presId="urn:microsoft.com/office/officeart/2018/2/layout/IconLabelList"/>
    <dgm:cxn modelId="{50D48ED1-AE57-4D67-878A-EBE28B6A131A}" type="presParOf" srcId="{EFE43DD7-82E0-47E9-AECD-051AA261739B}" destId="{38D8E146-C26D-4966-B9BE-6B499736EE9C}" srcOrd="0" destOrd="0" presId="urn:microsoft.com/office/officeart/2018/2/layout/IconLabelList"/>
    <dgm:cxn modelId="{39156130-AB2D-473E-BDB8-7242F89D7A4E}" type="presParOf" srcId="{EFE43DD7-82E0-47E9-AECD-051AA261739B}" destId="{B8AC92A8-387F-4897-853E-EA9E48182D9D}" srcOrd="1" destOrd="0" presId="urn:microsoft.com/office/officeart/2018/2/layout/IconLabelList"/>
    <dgm:cxn modelId="{1EE2D90E-277B-4584-B815-130048FC7C1F}" type="presParOf" srcId="{EFE43DD7-82E0-47E9-AECD-051AA261739B}" destId="{48122A01-F23D-46C2-83E3-B87C25ED886D}" srcOrd="2" destOrd="0" presId="urn:microsoft.com/office/officeart/2018/2/layout/IconLabelList"/>
    <dgm:cxn modelId="{532A5352-E31C-452D-B93E-867E51D7B790}" type="presParOf" srcId="{60557095-DF52-4AA9-9873-197ED0221B08}" destId="{C5A45E23-5675-41C1-9F97-362210176F73}" srcOrd="1" destOrd="0" presId="urn:microsoft.com/office/officeart/2018/2/layout/IconLabelList"/>
    <dgm:cxn modelId="{CAC3E545-DA02-43CF-A549-D65C76C573D6}" type="presParOf" srcId="{60557095-DF52-4AA9-9873-197ED0221B08}" destId="{A22A85E3-0F46-4478-B596-FEC9FBE39BCF}" srcOrd="2" destOrd="0" presId="urn:microsoft.com/office/officeart/2018/2/layout/IconLabelList"/>
    <dgm:cxn modelId="{0CD14105-AEBA-4F1F-B76B-8526663B0125}" type="presParOf" srcId="{A22A85E3-0F46-4478-B596-FEC9FBE39BCF}" destId="{60D798BE-7ABD-42EE-A892-B51831C1DE62}" srcOrd="0" destOrd="0" presId="urn:microsoft.com/office/officeart/2018/2/layout/IconLabelList"/>
    <dgm:cxn modelId="{8D1BEBC3-71F3-4C4A-BE86-AF4BF9889F03}" type="presParOf" srcId="{A22A85E3-0F46-4478-B596-FEC9FBE39BCF}" destId="{10BA84AF-9E62-487D-82D2-4C8845E5981E}" srcOrd="1" destOrd="0" presId="urn:microsoft.com/office/officeart/2018/2/layout/IconLabelList"/>
    <dgm:cxn modelId="{F1C383CC-EF22-4B8E-885C-78BEFD83AB56}" type="presParOf" srcId="{A22A85E3-0F46-4478-B596-FEC9FBE39BCF}" destId="{70AB3DFA-9399-4122-A673-06A0D9831EC2}" srcOrd="2" destOrd="0" presId="urn:microsoft.com/office/officeart/2018/2/layout/IconLabelList"/>
    <dgm:cxn modelId="{0EC3A7E1-4E6F-45FA-82AB-2344DC4535B4}" type="presParOf" srcId="{60557095-DF52-4AA9-9873-197ED0221B08}" destId="{13832984-C611-4E78-882F-63E4E7E793AD}" srcOrd="3" destOrd="0" presId="urn:microsoft.com/office/officeart/2018/2/layout/IconLabelList"/>
    <dgm:cxn modelId="{E413BA3A-099E-4283-A8D0-F05DF5B2BBF2}" type="presParOf" srcId="{60557095-DF52-4AA9-9873-197ED0221B08}" destId="{21BFB1D9-03D0-4C60-983F-DA0F3950386F}" srcOrd="4" destOrd="0" presId="urn:microsoft.com/office/officeart/2018/2/layout/IconLabelList"/>
    <dgm:cxn modelId="{A742C7A0-C9C5-4533-B323-CEDA4C303F1A}" type="presParOf" srcId="{21BFB1D9-03D0-4C60-983F-DA0F3950386F}" destId="{D9E93A51-1B2F-407B-AEA3-FC762140BA31}" srcOrd="0" destOrd="0" presId="urn:microsoft.com/office/officeart/2018/2/layout/IconLabelList"/>
    <dgm:cxn modelId="{C54EDF02-34F4-471A-809C-29A0FED8ED97}" type="presParOf" srcId="{21BFB1D9-03D0-4C60-983F-DA0F3950386F}" destId="{2F4CFED1-C374-4A72-B01F-BBE35196D2D0}" srcOrd="1" destOrd="0" presId="urn:microsoft.com/office/officeart/2018/2/layout/IconLabelList"/>
    <dgm:cxn modelId="{C543E9AC-7DEA-4609-A1ED-EE3D34D9B068}" type="presParOf" srcId="{21BFB1D9-03D0-4C60-983F-DA0F3950386F}" destId="{0A7BEF46-8AA1-40D3-A1E2-87C820CDE8DB}" srcOrd="2" destOrd="0" presId="urn:microsoft.com/office/officeart/2018/2/layout/IconLabelList"/>
    <dgm:cxn modelId="{D1E88FD6-8C43-40E1-8E8A-9CF65E2A5002}" type="presParOf" srcId="{60557095-DF52-4AA9-9873-197ED0221B08}" destId="{1B7C5129-D29E-4319-851E-623372EDCF4E}" srcOrd="5" destOrd="0" presId="urn:microsoft.com/office/officeart/2018/2/layout/IconLabelList"/>
    <dgm:cxn modelId="{91304306-3A17-4930-AC00-9D1EE4D62310}" type="presParOf" srcId="{60557095-DF52-4AA9-9873-197ED0221B08}" destId="{D3CE4C26-DBC9-4823-A5F1-3CB5792D2C23}" srcOrd="6" destOrd="0" presId="urn:microsoft.com/office/officeart/2018/2/layout/IconLabelList"/>
    <dgm:cxn modelId="{82C5CACF-4982-4B39-B65B-8D1669BCB36A}" type="presParOf" srcId="{D3CE4C26-DBC9-4823-A5F1-3CB5792D2C23}" destId="{144D63C5-A62C-4352-9E78-6D5EEF6460FC}" srcOrd="0" destOrd="0" presId="urn:microsoft.com/office/officeart/2018/2/layout/IconLabelList"/>
    <dgm:cxn modelId="{9F5F916C-EAAE-482B-BCC9-B51AD7F3E361}" type="presParOf" srcId="{D3CE4C26-DBC9-4823-A5F1-3CB5792D2C23}" destId="{AD84B1AC-1375-47F5-9499-1EC22993048F}" srcOrd="1" destOrd="0" presId="urn:microsoft.com/office/officeart/2018/2/layout/IconLabelList"/>
    <dgm:cxn modelId="{63C6D490-AA50-4C55-8714-71C0A2D937A5}" type="presParOf" srcId="{D3CE4C26-DBC9-4823-A5F1-3CB5792D2C23}" destId="{E3200155-293D-447B-8084-BF481F9514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E3C7B4-BFB9-401A-A936-361962593F13}" type="doc">
      <dgm:prSet loTypeId="urn:microsoft.com/office/officeart/2016/7/layout/RepeatingBendingProcessNew" loCatId="process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B63093F3-6E1F-413E-B213-4551D29B6184}">
      <dgm:prSet/>
      <dgm:spPr/>
      <dgm:t>
        <a:bodyPr/>
        <a:lstStyle/>
        <a:p>
          <a:r>
            <a:rPr lang="fr-FR" b="1" noProof="0" dirty="0"/>
            <a:t>1. Vente directe des unités : </a:t>
          </a:r>
        </a:p>
        <a:p>
          <a:r>
            <a:rPr lang="fr-FR" noProof="0" dirty="0"/>
            <a:t>Prix de vente estimée en fonction du modèle capacité et fonctionnalités</a:t>
          </a:r>
        </a:p>
      </dgm:t>
    </dgm:pt>
    <dgm:pt modelId="{F4B115E3-668F-4A79-8524-A82186C8DFBD}" type="parTrans" cxnId="{F259694B-DF97-4DA8-BA95-1238CB046ACC}">
      <dgm:prSet/>
      <dgm:spPr/>
      <dgm:t>
        <a:bodyPr/>
        <a:lstStyle/>
        <a:p>
          <a:endParaRPr lang="en-US"/>
        </a:p>
      </dgm:t>
    </dgm:pt>
    <dgm:pt modelId="{32E541C7-883B-4E7C-AA40-3F29416ABBCE}" type="sibTrans" cxnId="{F259694B-DF97-4DA8-BA95-1238CB046ACC}">
      <dgm:prSet/>
      <dgm:spPr/>
      <dgm:t>
        <a:bodyPr/>
        <a:lstStyle/>
        <a:p>
          <a:endParaRPr lang="fr-FR" noProof="0" dirty="0"/>
        </a:p>
      </dgm:t>
    </dgm:pt>
    <dgm:pt modelId="{C24059B3-26EC-4893-9F0A-AE9435402C95}">
      <dgm:prSet/>
      <dgm:spPr/>
      <dgm:t>
        <a:bodyPr/>
        <a:lstStyle/>
        <a:p>
          <a:r>
            <a:rPr lang="fr-FR" b="1" noProof="0" dirty="0"/>
            <a:t>2. Services associés :  </a:t>
          </a:r>
        </a:p>
        <a:p>
          <a:r>
            <a:rPr lang="fr-FR" noProof="0" dirty="0"/>
            <a:t>Commission sur vente des déchets vendus par les particuliers</a:t>
          </a:r>
        </a:p>
        <a:p>
          <a:r>
            <a:rPr lang="fr-FR" b="0" noProof="0" dirty="0"/>
            <a:t>Contrats de maintenance périodique : </a:t>
          </a:r>
          <a:r>
            <a:rPr lang="fr-FR" b="1" noProof="0" dirty="0"/>
            <a:t>15000 XOF </a:t>
          </a:r>
        </a:p>
        <a:p>
          <a:r>
            <a:rPr lang="fr-FR" b="1" noProof="0" dirty="0"/>
            <a:t> </a:t>
          </a:r>
          <a:r>
            <a:rPr lang="fr-FR" b="0" noProof="0" dirty="0"/>
            <a:t>Conseils et consultance auprès des entreprises sur la gestion des déchets</a:t>
          </a:r>
          <a:r>
            <a:rPr lang="fr-FR" noProof="0" dirty="0"/>
            <a:t> </a:t>
          </a:r>
          <a:endParaRPr lang="fr-FR" b="1" noProof="0" dirty="0"/>
        </a:p>
      </dgm:t>
    </dgm:pt>
    <dgm:pt modelId="{B2E4DA07-7259-420E-B2AE-44E1BB4A98C6}" type="parTrans" cxnId="{F6512BB9-AE16-4E77-8404-3C31C296C9A0}">
      <dgm:prSet/>
      <dgm:spPr/>
      <dgm:t>
        <a:bodyPr/>
        <a:lstStyle/>
        <a:p>
          <a:endParaRPr lang="en-US"/>
        </a:p>
      </dgm:t>
    </dgm:pt>
    <dgm:pt modelId="{86E7B7F4-CCC8-4E51-AA33-CE0F0AC1405C}" type="sibTrans" cxnId="{F6512BB9-AE16-4E77-8404-3C31C296C9A0}">
      <dgm:prSet/>
      <dgm:spPr/>
      <dgm:t>
        <a:bodyPr/>
        <a:lstStyle/>
        <a:p>
          <a:endParaRPr lang="fr-FR" noProof="0" dirty="0"/>
        </a:p>
      </dgm:t>
    </dgm:pt>
    <dgm:pt modelId="{478CA815-4AF2-422E-9310-701FBF0E2C3C}">
      <dgm:prSet/>
      <dgm:spPr/>
      <dgm:t>
        <a:bodyPr/>
        <a:lstStyle/>
        <a:p>
          <a:r>
            <a:rPr lang="fr-FR" b="1" noProof="0" dirty="0"/>
            <a:t>3. Partenariats et subventions</a:t>
          </a:r>
        </a:p>
        <a:p>
          <a:r>
            <a:rPr lang="fr-FR" b="1" noProof="0" dirty="0"/>
            <a:t> </a:t>
          </a:r>
          <a:r>
            <a:rPr lang="fr-FR" b="0" noProof="0" dirty="0"/>
            <a:t>Collaboration avec les municipalités pour équiper les rues (achat en lots).</a:t>
          </a:r>
        </a:p>
        <a:p>
          <a:r>
            <a:rPr lang="fr-FR" b="0" noProof="0" dirty="0"/>
            <a:t>Conseils et consultance auprès des entreprises sur la gestion des déchets</a:t>
          </a:r>
          <a:r>
            <a:rPr lang="fr-FR" noProof="0" dirty="0"/>
            <a:t> </a:t>
          </a:r>
          <a:endParaRPr lang="fr-FR" b="0" noProof="0" dirty="0"/>
        </a:p>
      </dgm:t>
    </dgm:pt>
    <dgm:pt modelId="{7CA320DC-0F1A-4978-B341-3DFF3578FECE}" type="parTrans" cxnId="{7C3D1A25-3478-4DDA-9580-B889124132EA}">
      <dgm:prSet/>
      <dgm:spPr/>
      <dgm:t>
        <a:bodyPr/>
        <a:lstStyle/>
        <a:p>
          <a:endParaRPr lang="en-US"/>
        </a:p>
      </dgm:t>
    </dgm:pt>
    <dgm:pt modelId="{65196146-CBB3-4898-B461-12059F6D6490}" type="sibTrans" cxnId="{7C3D1A25-3478-4DDA-9580-B889124132EA}">
      <dgm:prSet/>
      <dgm:spPr/>
      <dgm:t>
        <a:bodyPr/>
        <a:lstStyle/>
        <a:p>
          <a:endParaRPr lang="en-US"/>
        </a:p>
      </dgm:t>
    </dgm:pt>
    <dgm:pt modelId="{C6D4E4EF-4ED7-4A43-BB71-996873372860}" type="pres">
      <dgm:prSet presAssocID="{76E3C7B4-BFB9-401A-A936-361962593F13}" presName="Name0" presStyleCnt="0">
        <dgm:presLayoutVars>
          <dgm:dir/>
          <dgm:resizeHandles val="exact"/>
        </dgm:presLayoutVars>
      </dgm:prSet>
      <dgm:spPr/>
    </dgm:pt>
    <dgm:pt modelId="{4107AFEA-0F5B-4C61-ACBA-F8D962445057}" type="pres">
      <dgm:prSet presAssocID="{B63093F3-6E1F-413E-B213-4551D29B6184}" presName="node" presStyleLbl="node1" presStyleIdx="0" presStyleCnt="3">
        <dgm:presLayoutVars>
          <dgm:bulletEnabled val="1"/>
        </dgm:presLayoutVars>
      </dgm:prSet>
      <dgm:spPr/>
    </dgm:pt>
    <dgm:pt modelId="{860E9B82-BB1B-47AA-A501-A53025604C58}" type="pres">
      <dgm:prSet presAssocID="{32E541C7-883B-4E7C-AA40-3F29416ABBCE}" presName="sibTrans" presStyleLbl="sibTrans1D1" presStyleIdx="0" presStyleCnt="2"/>
      <dgm:spPr/>
    </dgm:pt>
    <dgm:pt modelId="{294F2539-9F53-44BB-907C-E7BDD74A6558}" type="pres">
      <dgm:prSet presAssocID="{32E541C7-883B-4E7C-AA40-3F29416ABBCE}" presName="connectorText" presStyleLbl="sibTrans1D1" presStyleIdx="0" presStyleCnt="2"/>
      <dgm:spPr/>
    </dgm:pt>
    <dgm:pt modelId="{6ADB7640-9CC7-40A5-AF98-B5B6B4EB074A}" type="pres">
      <dgm:prSet presAssocID="{C24059B3-26EC-4893-9F0A-AE9435402C95}" presName="node" presStyleLbl="node1" presStyleIdx="1" presStyleCnt="3">
        <dgm:presLayoutVars>
          <dgm:bulletEnabled val="1"/>
        </dgm:presLayoutVars>
      </dgm:prSet>
      <dgm:spPr/>
    </dgm:pt>
    <dgm:pt modelId="{CEAED8D7-2DA8-4C76-9E9B-D8977340E97F}" type="pres">
      <dgm:prSet presAssocID="{86E7B7F4-CCC8-4E51-AA33-CE0F0AC1405C}" presName="sibTrans" presStyleLbl="sibTrans1D1" presStyleIdx="1" presStyleCnt="2"/>
      <dgm:spPr/>
    </dgm:pt>
    <dgm:pt modelId="{9B8558E6-4222-4F65-BEA3-AEDE23F248C7}" type="pres">
      <dgm:prSet presAssocID="{86E7B7F4-CCC8-4E51-AA33-CE0F0AC1405C}" presName="connectorText" presStyleLbl="sibTrans1D1" presStyleIdx="1" presStyleCnt="2"/>
      <dgm:spPr/>
    </dgm:pt>
    <dgm:pt modelId="{A0333817-EB3E-4D68-840E-8FBA9E3F9BC3}" type="pres">
      <dgm:prSet presAssocID="{478CA815-4AF2-422E-9310-701FBF0E2C3C}" presName="node" presStyleLbl="node1" presStyleIdx="2" presStyleCnt="3">
        <dgm:presLayoutVars>
          <dgm:bulletEnabled val="1"/>
        </dgm:presLayoutVars>
      </dgm:prSet>
      <dgm:spPr/>
    </dgm:pt>
  </dgm:ptLst>
  <dgm:cxnLst>
    <dgm:cxn modelId="{7C3D1A25-3478-4DDA-9580-B889124132EA}" srcId="{76E3C7B4-BFB9-401A-A936-361962593F13}" destId="{478CA815-4AF2-422E-9310-701FBF0E2C3C}" srcOrd="2" destOrd="0" parTransId="{7CA320DC-0F1A-4978-B341-3DFF3578FECE}" sibTransId="{65196146-CBB3-4898-B461-12059F6D6490}"/>
    <dgm:cxn modelId="{47831C3F-B29F-428F-AA04-0B65EED3BEB8}" type="presOf" srcId="{32E541C7-883B-4E7C-AA40-3F29416ABBCE}" destId="{860E9B82-BB1B-47AA-A501-A53025604C58}" srcOrd="0" destOrd="0" presId="urn:microsoft.com/office/officeart/2016/7/layout/RepeatingBendingProcessNew"/>
    <dgm:cxn modelId="{F259694B-DF97-4DA8-BA95-1238CB046ACC}" srcId="{76E3C7B4-BFB9-401A-A936-361962593F13}" destId="{B63093F3-6E1F-413E-B213-4551D29B6184}" srcOrd="0" destOrd="0" parTransId="{F4B115E3-668F-4A79-8524-A82186C8DFBD}" sibTransId="{32E541C7-883B-4E7C-AA40-3F29416ABBCE}"/>
    <dgm:cxn modelId="{F2D25D74-37FF-4EF8-9C95-6676EA70B22C}" type="presOf" srcId="{C24059B3-26EC-4893-9F0A-AE9435402C95}" destId="{6ADB7640-9CC7-40A5-AF98-B5B6B4EB074A}" srcOrd="0" destOrd="0" presId="urn:microsoft.com/office/officeart/2016/7/layout/RepeatingBendingProcessNew"/>
    <dgm:cxn modelId="{10C00E99-D8A3-4C7C-AA4E-01B753F59E92}" type="presOf" srcId="{32E541C7-883B-4E7C-AA40-3F29416ABBCE}" destId="{294F2539-9F53-44BB-907C-E7BDD74A6558}" srcOrd="1" destOrd="0" presId="urn:microsoft.com/office/officeart/2016/7/layout/RepeatingBendingProcessNew"/>
    <dgm:cxn modelId="{F6512BB9-AE16-4E77-8404-3C31C296C9A0}" srcId="{76E3C7B4-BFB9-401A-A936-361962593F13}" destId="{C24059B3-26EC-4893-9F0A-AE9435402C95}" srcOrd="1" destOrd="0" parTransId="{B2E4DA07-7259-420E-B2AE-44E1BB4A98C6}" sibTransId="{86E7B7F4-CCC8-4E51-AA33-CE0F0AC1405C}"/>
    <dgm:cxn modelId="{9619A5CE-50F4-45B4-A39D-350795ACB191}" type="presOf" srcId="{86E7B7F4-CCC8-4E51-AA33-CE0F0AC1405C}" destId="{CEAED8D7-2DA8-4C76-9E9B-D8977340E97F}" srcOrd="0" destOrd="0" presId="urn:microsoft.com/office/officeart/2016/7/layout/RepeatingBendingProcessNew"/>
    <dgm:cxn modelId="{36B10BDF-47C4-4471-8E96-106B809C7A13}" type="presOf" srcId="{B63093F3-6E1F-413E-B213-4551D29B6184}" destId="{4107AFEA-0F5B-4C61-ACBA-F8D962445057}" srcOrd="0" destOrd="0" presId="urn:microsoft.com/office/officeart/2016/7/layout/RepeatingBendingProcessNew"/>
    <dgm:cxn modelId="{8A8E7AE2-A10C-4FEB-8FF2-0CE903062487}" type="presOf" srcId="{76E3C7B4-BFB9-401A-A936-361962593F13}" destId="{C6D4E4EF-4ED7-4A43-BB71-996873372860}" srcOrd="0" destOrd="0" presId="urn:microsoft.com/office/officeart/2016/7/layout/RepeatingBendingProcessNew"/>
    <dgm:cxn modelId="{873C94E4-2154-412E-838C-DE81ACE9C797}" type="presOf" srcId="{478CA815-4AF2-422E-9310-701FBF0E2C3C}" destId="{A0333817-EB3E-4D68-840E-8FBA9E3F9BC3}" srcOrd="0" destOrd="0" presId="urn:microsoft.com/office/officeart/2016/7/layout/RepeatingBendingProcessNew"/>
    <dgm:cxn modelId="{C95BDAE4-3928-429F-B723-9E44A2DA047E}" type="presOf" srcId="{86E7B7F4-CCC8-4E51-AA33-CE0F0AC1405C}" destId="{9B8558E6-4222-4F65-BEA3-AEDE23F248C7}" srcOrd="1" destOrd="0" presId="urn:microsoft.com/office/officeart/2016/7/layout/RepeatingBendingProcessNew"/>
    <dgm:cxn modelId="{EB8C062A-4A92-4464-91A8-A050EF3DD75D}" type="presParOf" srcId="{C6D4E4EF-4ED7-4A43-BB71-996873372860}" destId="{4107AFEA-0F5B-4C61-ACBA-F8D962445057}" srcOrd="0" destOrd="0" presId="urn:microsoft.com/office/officeart/2016/7/layout/RepeatingBendingProcessNew"/>
    <dgm:cxn modelId="{EF50C5CD-4010-4289-8492-8EE1B17560D8}" type="presParOf" srcId="{C6D4E4EF-4ED7-4A43-BB71-996873372860}" destId="{860E9B82-BB1B-47AA-A501-A53025604C58}" srcOrd="1" destOrd="0" presId="urn:microsoft.com/office/officeart/2016/7/layout/RepeatingBendingProcessNew"/>
    <dgm:cxn modelId="{E66EAFFD-87CF-45D6-B22F-44B196FAFA41}" type="presParOf" srcId="{860E9B82-BB1B-47AA-A501-A53025604C58}" destId="{294F2539-9F53-44BB-907C-E7BDD74A6558}" srcOrd="0" destOrd="0" presId="urn:microsoft.com/office/officeart/2016/7/layout/RepeatingBendingProcessNew"/>
    <dgm:cxn modelId="{E13A191B-3D3E-4E65-9205-FFEB03922C1F}" type="presParOf" srcId="{C6D4E4EF-4ED7-4A43-BB71-996873372860}" destId="{6ADB7640-9CC7-40A5-AF98-B5B6B4EB074A}" srcOrd="2" destOrd="0" presId="urn:microsoft.com/office/officeart/2016/7/layout/RepeatingBendingProcessNew"/>
    <dgm:cxn modelId="{2102EFA3-4EE2-4F41-871B-51631CA4153E}" type="presParOf" srcId="{C6D4E4EF-4ED7-4A43-BB71-996873372860}" destId="{CEAED8D7-2DA8-4C76-9E9B-D8977340E97F}" srcOrd="3" destOrd="0" presId="urn:microsoft.com/office/officeart/2016/7/layout/RepeatingBendingProcessNew"/>
    <dgm:cxn modelId="{3E8CA800-1C18-4133-AC2C-4D9110884AF4}" type="presParOf" srcId="{CEAED8D7-2DA8-4C76-9E9B-D8977340E97F}" destId="{9B8558E6-4222-4F65-BEA3-AEDE23F248C7}" srcOrd="0" destOrd="0" presId="urn:microsoft.com/office/officeart/2016/7/layout/RepeatingBendingProcessNew"/>
    <dgm:cxn modelId="{0A1F128F-A21D-40B8-8019-E3067B3E6D35}" type="presParOf" srcId="{C6D4E4EF-4ED7-4A43-BB71-996873372860}" destId="{A0333817-EB3E-4D68-840E-8FBA9E3F9BC3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1E06B2-12D7-4E44-A7A2-4E046F973F7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6C9CDE-FC8D-4F41-A744-88CE59E28BA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Coût de fabrication : Capteurs, plateforme Web, </a:t>
          </a:r>
          <a:r>
            <a:rPr lang="fr-FR" sz="1400" noProof="0" dirty="0" err="1"/>
            <a:t>Mockup</a:t>
          </a:r>
          <a:r>
            <a:rPr lang="fr-FR" sz="1400" noProof="0" dirty="0"/>
            <a:t>, impression et Assemblage</a:t>
          </a:r>
        </a:p>
      </dgm:t>
    </dgm:pt>
    <dgm:pt modelId="{2CA20EDE-545E-4047-9330-350F152951F5}" type="parTrans" cxnId="{538E02CB-5A72-44D8-8DC4-483A37F3F818}">
      <dgm:prSet/>
      <dgm:spPr/>
      <dgm:t>
        <a:bodyPr/>
        <a:lstStyle/>
        <a:p>
          <a:endParaRPr lang="en-US" sz="1400"/>
        </a:p>
      </dgm:t>
    </dgm:pt>
    <dgm:pt modelId="{E3D3055D-DEC3-4985-8C28-249493F91006}" type="sibTrans" cxnId="{538E02CB-5A72-44D8-8DC4-483A37F3F818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F8332D02-8381-4FBC-A0B3-A2F867E6EE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Marketing et distribution : Campagne commerciale et marketing, Transport, coût d’exportation</a:t>
          </a:r>
        </a:p>
      </dgm:t>
    </dgm:pt>
    <dgm:pt modelId="{FB55643F-BE72-4FF1-B2C5-807F9739B486}" type="parTrans" cxnId="{5ED51D36-169D-42AA-A0F4-3E84EB3EBAC4}">
      <dgm:prSet/>
      <dgm:spPr/>
      <dgm:t>
        <a:bodyPr/>
        <a:lstStyle/>
        <a:p>
          <a:endParaRPr lang="en-US" sz="1400"/>
        </a:p>
      </dgm:t>
    </dgm:pt>
    <dgm:pt modelId="{0CEC451C-E540-421B-8669-600A917DAF54}" type="sibTrans" cxnId="{5ED51D36-169D-42AA-A0F4-3E84EB3EBAC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611F13D9-71B1-4D30-806E-A43EDB49F4D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Recherche et développement</a:t>
          </a:r>
        </a:p>
      </dgm:t>
    </dgm:pt>
    <dgm:pt modelId="{5501C3B7-2FF9-4487-9ACE-644265BA3D49}" type="parTrans" cxnId="{3F89B664-F44B-4BF9-AB6D-14D3240F442F}">
      <dgm:prSet/>
      <dgm:spPr/>
      <dgm:t>
        <a:bodyPr/>
        <a:lstStyle/>
        <a:p>
          <a:endParaRPr lang="en-US" sz="1400"/>
        </a:p>
      </dgm:t>
    </dgm:pt>
    <dgm:pt modelId="{7287A1C0-6227-48FC-A9B3-2D4BCE8CDC55}" type="sibTrans" cxnId="{3F89B664-F44B-4BF9-AB6D-14D3240F44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D37E2EC-4632-4813-85F3-61F402735D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Charge fixe : Loyer, internet, salaire équipe.</a:t>
          </a:r>
        </a:p>
      </dgm:t>
    </dgm:pt>
    <dgm:pt modelId="{8C98D224-570D-49E7-93BC-764AA21F9132}" type="parTrans" cxnId="{A878D0B4-E0E1-4647-BC73-B8DD46309753}">
      <dgm:prSet/>
      <dgm:spPr/>
      <dgm:t>
        <a:bodyPr/>
        <a:lstStyle/>
        <a:p>
          <a:endParaRPr lang="en-US" sz="1400"/>
        </a:p>
      </dgm:t>
    </dgm:pt>
    <dgm:pt modelId="{57CC3342-8551-48BB-B334-1A452E1697E4}" type="sibTrans" cxnId="{A878D0B4-E0E1-4647-BC73-B8DD46309753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C88DB6F4-E1A5-4AD6-84B1-10D1C86AB6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Coût de maintenance, Mise à jour des équipements </a:t>
          </a:r>
        </a:p>
      </dgm:t>
    </dgm:pt>
    <dgm:pt modelId="{5EDBDFC9-C888-4185-B1F0-B86033B8E24A}" type="parTrans" cxnId="{24A60E59-4F93-47AC-955C-C90F9B277603}">
      <dgm:prSet/>
      <dgm:spPr/>
      <dgm:t>
        <a:bodyPr/>
        <a:lstStyle/>
        <a:p>
          <a:endParaRPr lang="en-US" sz="1400"/>
        </a:p>
      </dgm:t>
    </dgm:pt>
    <dgm:pt modelId="{6118006E-A651-4354-B6F1-32FE8FA3C3D3}" type="sibTrans" cxnId="{24A60E59-4F93-47AC-955C-C90F9B277603}">
      <dgm:prSet/>
      <dgm:spPr/>
      <dgm:t>
        <a:bodyPr/>
        <a:lstStyle/>
        <a:p>
          <a:endParaRPr lang="en-US" sz="1400"/>
        </a:p>
      </dgm:t>
    </dgm:pt>
    <dgm:pt modelId="{A097C667-321C-4619-B478-CC8BF138B7A8}" type="pres">
      <dgm:prSet presAssocID="{EE1E06B2-12D7-4E44-A7A2-4E046F973F74}" presName="root" presStyleCnt="0">
        <dgm:presLayoutVars>
          <dgm:dir/>
          <dgm:resizeHandles val="exact"/>
        </dgm:presLayoutVars>
      </dgm:prSet>
      <dgm:spPr/>
    </dgm:pt>
    <dgm:pt modelId="{DACF365F-C798-4F5D-BF81-91BFB5577A19}" type="pres">
      <dgm:prSet presAssocID="{EE1E06B2-12D7-4E44-A7A2-4E046F973F74}" presName="container" presStyleCnt="0">
        <dgm:presLayoutVars>
          <dgm:dir/>
          <dgm:resizeHandles val="exact"/>
        </dgm:presLayoutVars>
      </dgm:prSet>
      <dgm:spPr/>
    </dgm:pt>
    <dgm:pt modelId="{694CC693-E6D8-4433-ACA6-81E69E33AC22}" type="pres">
      <dgm:prSet presAssocID="{D06C9CDE-FC8D-4F41-A744-88CE59E28BA5}" presName="compNode" presStyleCnt="0"/>
      <dgm:spPr/>
    </dgm:pt>
    <dgm:pt modelId="{57033D61-FBFB-4714-99D0-0265CCF47534}" type="pres">
      <dgm:prSet presAssocID="{D06C9CDE-FC8D-4F41-A744-88CE59E28BA5}" presName="iconBgRect" presStyleLbl="bgShp" presStyleIdx="0" presStyleCnt="5"/>
      <dgm:spPr/>
    </dgm:pt>
    <dgm:pt modelId="{9200FB01-E5BD-464A-8A82-2246F9F487AA}" type="pres">
      <dgm:prSet presAssocID="{D06C9CDE-FC8D-4F41-A744-88CE59E28BA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ine"/>
        </a:ext>
      </dgm:extLst>
    </dgm:pt>
    <dgm:pt modelId="{B5108C9D-CFC4-4C1A-9F49-10632C609A3B}" type="pres">
      <dgm:prSet presAssocID="{D06C9CDE-FC8D-4F41-A744-88CE59E28BA5}" presName="spaceRect" presStyleCnt="0"/>
      <dgm:spPr/>
    </dgm:pt>
    <dgm:pt modelId="{F2F1956D-75A1-4A5E-9659-CAB3BA96EFB1}" type="pres">
      <dgm:prSet presAssocID="{D06C9CDE-FC8D-4F41-A744-88CE59E28BA5}" presName="textRect" presStyleLbl="revTx" presStyleIdx="0" presStyleCnt="5">
        <dgm:presLayoutVars>
          <dgm:chMax val="1"/>
          <dgm:chPref val="1"/>
        </dgm:presLayoutVars>
      </dgm:prSet>
      <dgm:spPr/>
    </dgm:pt>
    <dgm:pt modelId="{DE82CDF2-6365-48C4-B5A8-35E7BA00B44F}" type="pres">
      <dgm:prSet presAssocID="{E3D3055D-DEC3-4985-8C28-249493F91006}" presName="sibTrans" presStyleLbl="sibTrans2D1" presStyleIdx="0" presStyleCnt="0"/>
      <dgm:spPr/>
    </dgm:pt>
    <dgm:pt modelId="{465ED69D-5B32-45C5-96FD-16477EFC7CE3}" type="pres">
      <dgm:prSet presAssocID="{F8332D02-8381-4FBC-A0B3-A2F867E6EEB9}" presName="compNode" presStyleCnt="0"/>
      <dgm:spPr/>
    </dgm:pt>
    <dgm:pt modelId="{92EAFD83-190D-4411-A142-6230EF3196C5}" type="pres">
      <dgm:prSet presAssocID="{F8332D02-8381-4FBC-A0B3-A2F867E6EEB9}" presName="iconBgRect" presStyleLbl="bgShp" presStyleIdx="1" presStyleCnt="5"/>
      <dgm:spPr/>
    </dgm:pt>
    <dgm:pt modelId="{3F6380B4-BAF0-451F-91C3-1DF06CB0B108}" type="pres">
      <dgm:prSet presAssocID="{F8332D02-8381-4FBC-A0B3-A2F867E6EEB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26D74EFA-B659-4AF7-AB08-465959C7D67D}" type="pres">
      <dgm:prSet presAssocID="{F8332D02-8381-4FBC-A0B3-A2F867E6EEB9}" presName="spaceRect" presStyleCnt="0"/>
      <dgm:spPr/>
    </dgm:pt>
    <dgm:pt modelId="{A86A0536-B212-4B7D-9CAF-DEAE5F984A18}" type="pres">
      <dgm:prSet presAssocID="{F8332D02-8381-4FBC-A0B3-A2F867E6EEB9}" presName="textRect" presStyleLbl="revTx" presStyleIdx="1" presStyleCnt="5">
        <dgm:presLayoutVars>
          <dgm:chMax val="1"/>
          <dgm:chPref val="1"/>
        </dgm:presLayoutVars>
      </dgm:prSet>
      <dgm:spPr/>
    </dgm:pt>
    <dgm:pt modelId="{058B067E-6186-408E-BA02-A5F64C905866}" type="pres">
      <dgm:prSet presAssocID="{0CEC451C-E540-421B-8669-600A917DAF54}" presName="sibTrans" presStyleLbl="sibTrans2D1" presStyleIdx="0" presStyleCnt="0"/>
      <dgm:spPr/>
    </dgm:pt>
    <dgm:pt modelId="{FEC6DC6C-BBDB-41FA-83D4-4FF233131612}" type="pres">
      <dgm:prSet presAssocID="{611F13D9-71B1-4D30-806E-A43EDB49F4D7}" presName="compNode" presStyleCnt="0"/>
      <dgm:spPr/>
    </dgm:pt>
    <dgm:pt modelId="{6D643B5D-5A5D-4AAA-9BB7-FC77D6EE3661}" type="pres">
      <dgm:prSet presAssocID="{611F13D9-71B1-4D30-806E-A43EDB49F4D7}" presName="iconBgRect" presStyleLbl="bgShp" presStyleIdx="2" presStyleCnt="5"/>
      <dgm:spPr/>
    </dgm:pt>
    <dgm:pt modelId="{61C2170D-4203-4A52-8CF9-EE0C12CAA3BF}" type="pres">
      <dgm:prSet presAssocID="{611F13D9-71B1-4D30-806E-A43EDB49F4D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B788DEF-16F1-474F-AA5B-B45813076977}" type="pres">
      <dgm:prSet presAssocID="{611F13D9-71B1-4D30-806E-A43EDB49F4D7}" presName="spaceRect" presStyleCnt="0"/>
      <dgm:spPr/>
    </dgm:pt>
    <dgm:pt modelId="{C89D270D-A8DA-468E-8BBF-205BF57AE34A}" type="pres">
      <dgm:prSet presAssocID="{611F13D9-71B1-4D30-806E-A43EDB49F4D7}" presName="textRect" presStyleLbl="revTx" presStyleIdx="2" presStyleCnt="5">
        <dgm:presLayoutVars>
          <dgm:chMax val="1"/>
          <dgm:chPref val="1"/>
        </dgm:presLayoutVars>
      </dgm:prSet>
      <dgm:spPr/>
    </dgm:pt>
    <dgm:pt modelId="{958B3F88-D6B6-47F2-B243-CAD93F06D7B3}" type="pres">
      <dgm:prSet presAssocID="{7287A1C0-6227-48FC-A9B3-2D4BCE8CDC55}" presName="sibTrans" presStyleLbl="sibTrans2D1" presStyleIdx="0" presStyleCnt="0"/>
      <dgm:spPr/>
    </dgm:pt>
    <dgm:pt modelId="{0F72D8C0-9707-4F42-BFB8-31CDDC984326}" type="pres">
      <dgm:prSet presAssocID="{2D37E2EC-4632-4813-85F3-61F402735D3A}" presName="compNode" presStyleCnt="0"/>
      <dgm:spPr/>
    </dgm:pt>
    <dgm:pt modelId="{091DE936-C4F8-4062-B5EC-5D3737EB5AF5}" type="pres">
      <dgm:prSet presAssocID="{2D37E2EC-4632-4813-85F3-61F402735D3A}" presName="iconBgRect" presStyleLbl="bgShp" presStyleIdx="3" presStyleCnt="5"/>
      <dgm:spPr/>
    </dgm:pt>
    <dgm:pt modelId="{C3B81FFD-A00F-4470-823C-8F8102A49897}" type="pres">
      <dgm:prSet presAssocID="{2D37E2EC-4632-4813-85F3-61F402735D3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3646F77E-2207-45FD-831C-85FCFEFBAB95}" type="pres">
      <dgm:prSet presAssocID="{2D37E2EC-4632-4813-85F3-61F402735D3A}" presName="spaceRect" presStyleCnt="0"/>
      <dgm:spPr/>
    </dgm:pt>
    <dgm:pt modelId="{7BDB96E6-ECAC-46FF-A4FF-C0ADAFD54859}" type="pres">
      <dgm:prSet presAssocID="{2D37E2EC-4632-4813-85F3-61F402735D3A}" presName="textRect" presStyleLbl="revTx" presStyleIdx="3" presStyleCnt="5">
        <dgm:presLayoutVars>
          <dgm:chMax val="1"/>
          <dgm:chPref val="1"/>
        </dgm:presLayoutVars>
      </dgm:prSet>
      <dgm:spPr/>
    </dgm:pt>
    <dgm:pt modelId="{B6BAE311-8F2D-4EC3-B956-A16EED65D129}" type="pres">
      <dgm:prSet presAssocID="{57CC3342-8551-48BB-B334-1A452E1697E4}" presName="sibTrans" presStyleLbl="sibTrans2D1" presStyleIdx="0" presStyleCnt="0"/>
      <dgm:spPr/>
    </dgm:pt>
    <dgm:pt modelId="{838E52EE-3D48-4041-8E56-DA2A8DC56045}" type="pres">
      <dgm:prSet presAssocID="{C88DB6F4-E1A5-4AD6-84B1-10D1C86AB644}" presName="compNode" presStyleCnt="0"/>
      <dgm:spPr/>
    </dgm:pt>
    <dgm:pt modelId="{7DC81EB8-9EB6-400C-8A47-2A6FF37B05DD}" type="pres">
      <dgm:prSet presAssocID="{C88DB6F4-E1A5-4AD6-84B1-10D1C86AB644}" presName="iconBgRect" presStyleLbl="bgShp" presStyleIdx="4" presStyleCnt="5"/>
      <dgm:spPr/>
    </dgm:pt>
    <dgm:pt modelId="{859FFC30-EAAE-42AC-A5E8-7B3F06043AA0}" type="pres">
      <dgm:prSet presAssocID="{C88DB6F4-E1A5-4AD6-84B1-10D1C86AB64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gent"/>
        </a:ext>
      </dgm:extLst>
    </dgm:pt>
    <dgm:pt modelId="{5AFA4715-0FAB-46D0-AE69-F56B8AF4FD33}" type="pres">
      <dgm:prSet presAssocID="{C88DB6F4-E1A5-4AD6-84B1-10D1C86AB644}" presName="spaceRect" presStyleCnt="0"/>
      <dgm:spPr/>
    </dgm:pt>
    <dgm:pt modelId="{6B649118-BF2A-4EBF-BA83-73C31BCB19FF}" type="pres">
      <dgm:prSet presAssocID="{C88DB6F4-E1A5-4AD6-84B1-10D1C86AB64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3DE8435-E27E-44FB-B0DA-EC0238646231}" type="presOf" srcId="{611F13D9-71B1-4D30-806E-A43EDB49F4D7}" destId="{C89D270D-A8DA-468E-8BBF-205BF57AE34A}" srcOrd="0" destOrd="0" presId="urn:microsoft.com/office/officeart/2018/2/layout/IconCircleList"/>
    <dgm:cxn modelId="{5ED51D36-169D-42AA-A0F4-3E84EB3EBAC4}" srcId="{EE1E06B2-12D7-4E44-A7A2-4E046F973F74}" destId="{F8332D02-8381-4FBC-A0B3-A2F867E6EEB9}" srcOrd="1" destOrd="0" parTransId="{FB55643F-BE72-4FF1-B2C5-807F9739B486}" sibTransId="{0CEC451C-E540-421B-8669-600A917DAF54}"/>
    <dgm:cxn modelId="{85106460-BE9A-43B0-B384-95843DB1ADFE}" type="presOf" srcId="{F8332D02-8381-4FBC-A0B3-A2F867E6EEB9}" destId="{A86A0536-B212-4B7D-9CAF-DEAE5F984A18}" srcOrd="0" destOrd="0" presId="urn:microsoft.com/office/officeart/2018/2/layout/IconCircleList"/>
    <dgm:cxn modelId="{3F89B664-F44B-4BF9-AB6D-14D3240F442F}" srcId="{EE1E06B2-12D7-4E44-A7A2-4E046F973F74}" destId="{611F13D9-71B1-4D30-806E-A43EDB49F4D7}" srcOrd="2" destOrd="0" parTransId="{5501C3B7-2FF9-4487-9ACE-644265BA3D49}" sibTransId="{7287A1C0-6227-48FC-A9B3-2D4BCE8CDC55}"/>
    <dgm:cxn modelId="{A80C694A-F7C9-4D57-93F8-3D9932882352}" type="presOf" srcId="{7287A1C0-6227-48FC-A9B3-2D4BCE8CDC55}" destId="{958B3F88-D6B6-47F2-B243-CAD93F06D7B3}" srcOrd="0" destOrd="0" presId="urn:microsoft.com/office/officeart/2018/2/layout/IconCircleList"/>
    <dgm:cxn modelId="{F857A774-AAC0-496B-AB4D-D5ED1FE20BFF}" type="presOf" srcId="{E3D3055D-DEC3-4985-8C28-249493F91006}" destId="{DE82CDF2-6365-48C4-B5A8-35E7BA00B44F}" srcOrd="0" destOrd="0" presId="urn:microsoft.com/office/officeart/2018/2/layout/IconCircleList"/>
    <dgm:cxn modelId="{3FE40F77-6418-4C79-B4A8-00D3569AF6EF}" type="presOf" srcId="{57CC3342-8551-48BB-B334-1A452E1697E4}" destId="{B6BAE311-8F2D-4EC3-B956-A16EED65D129}" srcOrd="0" destOrd="0" presId="urn:microsoft.com/office/officeart/2018/2/layout/IconCircleList"/>
    <dgm:cxn modelId="{24A60E59-4F93-47AC-955C-C90F9B277603}" srcId="{EE1E06B2-12D7-4E44-A7A2-4E046F973F74}" destId="{C88DB6F4-E1A5-4AD6-84B1-10D1C86AB644}" srcOrd="4" destOrd="0" parTransId="{5EDBDFC9-C888-4185-B1F0-B86033B8E24A}" sibTransId="{6118006E-A651-4354-B6F1-32FE8FA3C3D3}"/>
    <dgm:cxn modelId="{13193296-C8B7-4553-B2BE-5F32397CA53D}" type="presOf" srcId="{2D37E2EC-4632-4813-85F3-61F402735D3A}" destId="{7BDB96E6-ECAC-46FF-A4FF-C0ADAFD54859}" srcOrd="0" destOrd="0" presId="urn:microsoft.com/office/officeart/2018/2/layout/IconCircleList"/>
    <dgm:cxn modelId="{DE89C599-426E-420F-A23A-CC9B9203E0B7}" type="presOf" srcId="{D06C9CDE-FC8D-4F41-A744-88CE59E28BA5}" destId="{F2F1956D-75A1-4A5E-9659-CAB3BA96EFB1}" srcOrd="0" destOrd="0" presId="urn:microsoft.com/office/officeart/2018/2/layout/IconCircleList"/>
    <dgm:cxn modelId="{8C67BFAA-26A8-4B67-979B-109C832D28E7}" type="presOf" srcId="{0CEC451C-E540-421B-8669-600A917DAF54}" destId="{058B067E-6186-408E-BA02-A5F64C905866}" srcOrd="0" destOrd="0" presId="urn:microsoft.com/office/officeart/2018/2/layout/IconCircleList"/>
    <dgm:cxn modelId="{9060A5B4-6E21-4078-BDFB-DBF88E792971}" type="presOf" srcId="{C88DB6F4-E1A5-4AD6-84B1-10D1C86AB644}" destId="{6B649118-BF2A-4EBF-BA83-73C31BCB19FF}" srcOrd="0" destOrd="0" presId="urn:microsoft.com/office/officeart/2018/2/layout/IconCircleList"/>
    <dgm:cxn modelId="{A878D0B4-E0E1-4647-BC73-B8DD46309753}" srcId="{EE1E06B2-12D7-4E44-A7A2-4E046F973F74}" destId="{2D37E2EC-4632-4813-85F3-61F402735D3A}" srcOrd="3" destOrd="0" parTransId="{8C98D224-570D-49E7-93BC-764AA21F9132}" sibTransId="{57CC3342-8551-48BB-B334-1A452E1697E4}"/>
    <dgm:cxn modelId="{B9AE66C9-ADFD-497F-AC7E-48EFDF79377C}" type="presOf" srcId="{EE1E06B2-12D7-4E44-A7A2-4E046F973F74}" destId="{A097C667-321C-4619-B478-CC8BF138B7A8}" srcOrd="0" destOrd="0" presId="urn:microsoft.com/office/officeart/2018/2/layout/IconCircleList"/>
    <dgm:cxn modelId="{538E02CB-5A72-44D8-8DC4-483A37F3F818}" srcId="{EE1E06B2-12D7-4E44-A7A2-4E046F973F74}" destId="{D06C9CDE-FC8D-4F41-A744-88CE59E28BA5}" srcOrd="0" destOrd="0" parTransId="{2CA20EDE-545E-4047-9330-350F152951F5}" sibTransId="{E3D3055D-DEC3-4985-8C28-249493F91006}"/>
    <dgm:cxn modelId="{8ACE5711-59A4-48BB-BB58-A54F87F26E52}" type="presParOf" srcId="{A097C667-321C-4619-B478-CC8BF138B7A8}" destId="{DACF365F-C798-4F5D-BF81-91BFB5577A19}" srcOrd="0" destOrd="0" presId="urn:microsoft.com/office/officeart/2018/2/layout/IconCircleList"/>
    <dgm:cxn modelId="{899BF8AB-7D71-41D4-B24C-5941CB3B4388}" type="presParOf" srcId="{DACF365F-C798-4F5D-BF81-91BFB5577A19}" destId="{694CC693-E6D8-4433-ACA6-81E69E33AC22}" srcOrd="0" destOrd="0" presId="urn:microsoft.com/office/officeart/2018/2/layout/IconCircleList"/>
    <dgm:cxn modelId="{7F7EBE4C-5A9C-4B6C-A1E0-9A4477EA199F}" type="presParOf" srcId="{694CC693-E6D8-4433-ACA6-81E69E33AC22}" destId="{57033D61-FBFB-4714-99D0-0265CCF47534}" srcOrd="0" destOrd="0" presId="urn:microsoft.com/office/officeart/2018/2/layout/IconCircleList"/>
    <dgm:cxn modelId="{0938AFB2-45F2-4D29-A139-FCA95E190D2D}" type="presParOf" srcId="{694CC693-E6D8-4433-ACA6-81E69E33AC22}" destId="{9200FB01-E5BD-464A-8A82-2246F9F487AA}" srcOrd="1" destOrd="0" presId="urn:microsoft.com/office/officeart/2018/2/layout/IconCircleList"/>
    <dgm:cxn modelId="{DD0E2C44-11AF-4DBA-B39D-BFFD814FD60B}" type="presParOf" srcId="{694CC693-E6D8-4433-ACA6-81E69E33AC22}" destId="{B5108C9D-CFC4-4C1A-9F49-10632C609A3B}" srcOrd="2" destOrd="0" presId="urn:microsoft.com/office/officeart/2018/2/layout/IconCircleList"/>
    <dgm:cxn modelId="{4BE3C7D0-3A00-4757-89F0-C9323BF4C645}" type="presParOf" srcId="{694CC693-E6D8-4433-ACA6-81E69E33AC22}" destId="{F2F1956D-75A1-4A5E-9659-CAB3BA96EFB1}" srcOrd="3" destOrd="0" presId="urn:microsoft.com/office/officeart/2018/2/layout/IconCircleList"/>
    <dgm:cxn modelId="{67B0C58C-E976-49DF-941E-6E7CBBBBEC4D}" type="presParOf" srcId="{DACF365F-C798-4F5D-BF81-91BFB5577A19}" destId="{DE82CDF2-6365-48C4-B5A8-35E7BA00B44F}" srcOrd="1" destOrd="0" presId="urn:microsoft.com/office/officeart/2018/2/layout/IconCircleList"/>
    <dgm:cxn modelId="{5B861001-21C4-4D5F-820C-C7CEC5CC9600}" type="presParOf" srcId="{DACF365F-C798-4F5D-BF81-91BFB5577A19}" destId="{465ED69D-5B32-45C5-96FD-16477EFC7CE3}" srcOrd="2" destOrd="0" presId="urn:microsoft.com/office/officeart/2018/2/layout/IconCircleList"/>
    <dgm:cxn modelId="{2812030A-3F1A-4DC6-8050-DA27C125D9EF}" type="presParOf" srcId="{465ED69D-5B32-45C5-96FD-16477EFC7CE3}" destId="{92EAFD83-190D-4411-A142-6230EF3196C5}" srcOrd="0" destOrd="0" presId="urn:microsoft.com/office/officeart/2018/2/layout/IconCircleList"/>
    <dgm:cxn modelId="{D4A9F61F-E27F-4524-851E-CAF09618A382}" type="presParOf" srcId="{465ED69D-5B32-45C5-96FD-16477EFC7CE3}" destId="{3F6380B4-BAF0-451F-91C3-1DF06CB0B108}" srcOrd="1" destOrd="0" presId="urn:microsoft.com/office/officeart/2018/2/layout/IconCircleList"/>
    <dgm:cxn modelId="{14F3136F-1943-47D7-9DE9-2783212B394D}" type="presParOf" srcId="{465ED69D-5B32-45C5-96FD-16477EFC7CE3}" destId="{26D74EFA-B659-4AF7-AB08-465959C7D67D}" srcOrd="2" destOrd="0" presId="urn:microsoft.com/office/officeart/2018/2/layout/IconCircleList"/>
    <dgm:cxn modelId="{547AD3F1-5734-4980-B1B2-8B67BFEEC4F3}" type="presParOf" srcId="{465ED69D-5B32-45C5-96FD-16477EFC7CE3}" destId="{A86A0536-B212-4B7D-9CAF-DEAE5F984A18}" srcOrd="3" destOrd="0" presId="urn:microsoft.com/office/officeart/2018/2/layout/IconCircleList"/>
    <dgm:cxn modelId="{12595E37-D305-4E0A-84B2-5A4AD8C202D1}" type="presParOf" srcId="{DACF365F-C798-4F5D-BF81-91BFB5577A19}" destId="{058B067E-6186-408E-BA02-A5F64C905866}" srcOrd="3" destOrd="0" presId="urn:microsoft.com/office/officeart/2018/2/layout/IconCircleList"/>
    <dgm:cxn modelId="{B3FFF400-7D73-4999-B9D8-1EC3D80EEA3A}" type="presParOf" srcId="{DACF365F-C798-4F5D-BF81-91BFB5577A19}" destId="{FEC6DC6C-BBDB-41FA-83D4-4FF233131612}" srcOrd="4" destOrd="0" presId="urn:microsoft.com/office/officeart/2018/2/layout/IconCircleList"/>
    <dgm:cxn modelId="{6CAC1D7B-154C-49C2-ABF7-A5A40577BD23}" type="presParOf" srcId="{FEC6DC6C-BBDB-41FA-83D4-4FF233131612}" destId="{6D643B5D-5A5D-4AAA-9BB7-FC77D6EE3661}" srcOrd="0" destOrd="0" presId="urn:microsoft.com/office/officeart/2018/2/layout/IconCircleList"/>
    <dgm:cxn modelId="{F98A50EE-2A7C-4BE4-A749-0E53D104D0BB}" type="presParOf" srcId="{FEC6DC6C-BBDB-41FA-83D4-4FF233131612}" destId="{61C2170D-4203-4A52-8CF9-EE0C12CAA3BF}" srcOrd="1" destOrd="0" presId="urn:microsoft.com/office/officeart/2018/2/layout/IconCircleList"/>
    <dgm:cxn modelId="{792ACCC8-CC9F-4F81-80BE-05DA1600C921}" type="presParOf" srcId="{FEC6DC6C-BBDB-41FA-83D4-4FF233131612}" destId="{0B788DEF-16F1-474F-AA5B-B45813076977}" srcOrd="2" destOrd="0" presId="urn:microsoft.com/office/officeart/2018/2/layout/IconCircleList"/>
    <dgm:cxn modelId="{1AB24468-2051-4DA4-8C53-CEBEB4A4D03C}" type="presParOf" srcId="{FEC6DC6C-BBDB-41FA-83D4-4FF233131612}" destId="{C89D270D-A8DA-468E-8BBF-205BF57AE34A}" srcOrd="3" destOrd="0" presId="urn:microsoft.com/office/officeart/2018/2/layout/IconCircleList"/>
    <dgm:cxn modelId="{FBD6448D-2557-45BD-833F-CFB657353E95}" type="presParOf" srcId="{DACF365F-C798-4F5D-BF81-91BFB5577A19}" destId="{958B3F88-D6B6-47F2-B243-CAD93F06D7B3}" srcOrd="5" destOrd="0" presId="urn:microsoft.com/office/officeart/2018/2/layout/IconCircleList"/>
    <dgm:cxn modelId="{89047252-6121-4AF7-95EB-748E081FE982}" type="presParOf" srcId="{DACF365F-C798-4F5D-BF81-91BFB5577A19}" destId="{0F72D8C0-9707-4F42-BFB8-31CDDC984326}" srcOrd="6" destOrd="0" presId="urn:microsoft.com/office/officeart/2018/2/layout/IconCircleList"/>
    <dgm:cxn modelId="{B47DE076-EC67-4E4A-B7D5-4141F86149E2}" type="presParOf" srcId="{0F72D8C0-9707-4F42-BFB8-31CDDC984326}" destId="{091DE936-C4F8-4062-B5EC-5D3737EB5AF5}" srcOrd="0" destOrd="0" presId="urn:microsoft.com/office/officeart/2018/2/layout/IconCircleList"/>
    <dgm:cxn modelId="{22C01D2A-01B5-4599-96F5-A51C63D6C632}" type="presParOf" srcId="{0F72D8C0-9707-4F42-BFB8-31CDDC984326}" destId="{C3B81FFD-A00F-4470-823C-8F8102A49897}" srcOrd="1" destOrd="0" presId="urn:microsoft.com/office/officeart/2018/2/layout/IconCircleList"/>
    <dgm:cxn modelId="{1622E0D9-B2ED-4039-AFCA-377ED0E5CEE4}" type="presParOf" srcId="{0F72D8C0-9707-4F42-BFB8-31CDDC984326}" destId="{3646F77E-2207-45FD-831C-85FCFEFBAB95}" srcOrd="2" destOrd="0" presId="urn:microsoft.com/office/officeart/2018/2/layout/IconCircleList"/>
    <dgm:cxn modelId="{189577D2-5637-4D3E-92C2-7CCD9CB0201B}" type="presParOf" srcId="{0F72D8C0-9707-4F42-BFB8-31CDDC984326}" destId="{7BDB96E6-ECAC-46FF-A4FF-C0ADAFD54859}" srcOrd="3" destOrd="0" presId="urn:microsoft.com/office/officeart/2018/2/layout/IconCircleList"/>
    <dgm:cxn modelId="{D7CDAFDC-2F39-4A9D-8076-9D03D09D8D17}" type="presParOf" srcId="{DACF365F-C798-4F5D-BF81-91BFB5577A19}" destId="{B6BAE311-8F2D-4EC3-B956-A16EED65D129}" srcOrd="7" destOrd="0" presId="urn:microsoft.com/office/officeart/2018/2/layout/IconCircleList"/>
    <dgm:cxn modelId="{14165407-C9FF-47CD-BE9D-2803E6FE27EF}" type="presParOf" srcId="{DACF365F-C798-4F5D-BF81-91BFB5577A19}" destId="{838E52EE-3D48-4041-8E56-DA2A8DC56045}" srcOrd="8" destOrd="0" presId="urn:microsoft.com/office/officeart/2018/2/layout/IconCircleList"/>
    <dgm:cxn modelId="{FECF3375-4691-4417-81CA-2F9EAE1663EB}" type="presParOf" srcId="{838E52EE-3D48-4041-8E56-DA2A8DC56045}" destId="{7DC81EB8-9EB6-400C-8A47-2A6FF37B05DD}" srcOrd="0" destOrd="0" presId="urn:microsoft.com/office/officeart/2018/2/layout/IconCircleList"/>
    <dgm:cxn modelId="{949CC7B4-F280-4DFF-9FDB-03AA61CEB4F9}" type="presParOf" srcId="{838E52EE-3D48-4041-8E56-DA2A8DC56045}" destId="{859FFC30-EAAE-42AC-A5E8-7B3F06043AA0}" srcOrd="1" destOrd="0" presId="urn:microsoft.com/office/officeart/2018/2/layout/IconCircleList"/>
    <dgm:cxn modelId="{860F3FDE-DC0D-4379-8B79-83CF4F17B8EC}" type="presParOf" srcId="{838E52EE-3D48-4041-8E56-DA2A8DC56045}" destId="{5AFA4715-0FAB-46D0-AE69-F56B8AF4FD33}" srcOrd="2" destOrd="0" presId="urn:microsoft.com/office/officeart/2018/2/layout/IconCircleList"/>
    <dgm:cxn modelId="{106C2152-1B7D-4E5C-853A-2DC43FEE8C52}" type="presParOf" srcId="{838E52EE-3D48-4041-8E56-DA2A8DC56045}" destId="{6B649118-BF2A-4EBF-BA83-73C31BCB19F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24E0C7-D396-44F5-A897-8B3E2EC0862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B897CC7-E28E-44D4-B6B4-FBD4D22B041C}">
      <dgm:prSet custT="1"/>
      <dgm:spPr/>
      <dgm:t>
        <a:bodyPr/>
        <a:lstStyle/>
        <a:p>
          <a:r>
            <a:rPr lang="fr-FR" sz="1400" noProof="0" dirty="0"/>
            <a:t>1</a:t>
          </a:r>
          <a:r>
            <a:rPr lang="fr-FR" sz="1400" b="1" noProof="0" dirty="0"/>
            <a:t>. </a:t>
          </a:r>
          <a:r>
            <a:rPr lang="fr-FR" sz="1400" noProof="0" dirty="0"/>
            <a:t>Tableau de bord de visualisation des états de chaque capteur en temps réel</a:t>
          </a:r>
        </a:p>
      </dgm:t>
    </dgm:pt>
    <dgm:pt modelId="{6DE4A26C-4971-472D-B218-9C444EC91FA9}" type="parTrans" cxnId="{2C5DD03A-2B92-48F0-887C-FA4B2165CBD4}">
      <dgm:prSet/>
      <dgm:spPr/>
      <dgm:t>
        <a:bodyPr/>
        <a:lstStyle/>
        <a:p>
          <a:endParaRPr lang="en-US" sz="1400"/>
        </a:p>
      </dgm:t>
    </dgm:pt>
    <dgm:pt modelId="{E12E9DDD-0A76-4A68-8696-3795E0C1F13D}" type="sibTrans" cxnId="{2C5DD03A-2B92-48F0-887C-FA4B2165CBD4}">
      <dgm:prSet/>
      <dgm:spPr/>
      <dgm:t>
        <a:bodyPr/>
        <a:lstStyle/>
        <a:p>
          <a:endParaRPr lang="en-US" sz="1400"/>
        </a:p>
      </dgm:t>
    </dgm:pt>
    <dgm:pt modelId="{24F668D1-4947-4A03-8C96-3EB97D0F9E20}">
      <dgm:prSet custT="1"/>
      <dgm:spPr/>
      <dgm:t>
        <a:bodyPr/>
        <a:lstStyle/>
        <a:p>
          <a:r>
            <a:rPr lang="fr-FR" sz="1400" noProof="0" dirty="0"/>
            <a:t>2</a:t>
          </a:r>
          <a:r>
            <a:rPr lang="fr-FR" sz="1400" b="1" noProof="0" dirty="0"/>
            <a:t>. </a:t>
          </a:r>
          <a:r>
            <a:rPr lang="fr-FR" sz="1400" noProof="0" dirty="0"/>
            <a:t>Maintenance à distance par mise à jour </a:t>
          </a:r>
          <a:r>
            <a:rPr lang="fr-FR" sz="1400" noProof="0" dirty="0" err="1"/>
            <a:t>Firmware</a:t>
          </a:r>
          <a:r>
            <a:rPr lang="fr-FR" sz="1400" noProof="0" dirty="0"/>
            <a:t> en ligne</a:t>
          </a:r>
          <a:endParaRPr lang="fr-FR" sz="1400" b="0" noProof="0" dirty="0"/>
        </a:p>
      </dgm:t>
    </dgm:pt>
    <dgm:pt modelId="{E841CA7A-C0CD-4F43-BDB2-D84034D41398}" type="parTrans" cxnId="{444C9B68-3585-4955-B3C7-9B313AB51E14}">
      <dgm:prSet/>
      <dgm:spPr/>
      <dgm:t>
        <a:bodyPr/>
        <a:lstStyle/>
        <a:p>
          <a:endParaRPr lang="en-US" sz="1400"/>
        </a:p>
      </dgm:t>
    </dgm:pt>
    <dgm:pt modelId="{9EE6C9C5-EE5A-4753-B8CD-C81568F44D19}" type="sibTrans" cxnId="{444C9B68-3585-4955-B3C7-9B313AB51E14}">
      <dgm:prSet/>
      <dgm:spPr/>
      <dgm:t>
        <a:bodyPr/>
        <a:lstStyle/>
        <a:p>
          <a:endParaRPr lang="en-US" sz="1400"/>
        </a:p>
      </dgm:t>
    </dgm:pt>
    <dgm:pt modelId="{12540184-5436-4E3D-95DB-EA6EFCFAC32E}">
      <dgm:prSet custT="1"/>
      <dgm:spPr/>
      <dgm:t>
        <a:bodyPr/>
        <a:lstStyle/>
        <a:p>
          <a:r>
            <a:rPr lang="fr-FR" sz="1400" noProof="0" dirty="0"/>
            <a:t>3.Mise en mode Manuel et Alerte en cas de dysfonctionnement de l’</a:t>
          </a:r>
          <a:r>
            <a:rPr lang="fr-FR" sz="1400" noProof="0" dirty="0" err="1"/>
            <a:t>equipement</a:t>
          </a:r>
          <a:endParaRPr lang="fr-FR" sz="1400" b="0" noProof="0" dirty="0"/>
        </a:p>
      </dgm:t>
    </dgm:pt>
    <dgm:pt modelId="{C97A5718-453B-481C-BD30-7605EEE87B26}" type="parTrans" cxnId="{38BC9680-5CE0-466C-8250-4612A50B25AA}">
      <dgm:prSet/>
      <dgm:spPr/>
      <dgm:t>
        <a:bodyPr/>
        <a:lstStyle/>
        <a:p>
          <a:endParaRPr lang="en-US" sz="1400"/>
        </a:p>
      </dgm:t>
    </dgm:pt>
    <dgm:pt modelId="{30201A37-96B5-48AA-B3F8-AF3A3834BC08}" type="sibTrans" cxnId="{38BC9680-5CE0-466C-8250-4612A50B25AA}">
      <dgm:prSet/>
      <dgm:spPr/>
      <dgm:t>
        <a:bodyPr/>
        <a:lstStyle/>
        <a:p>
          <a:endParaRPr lang="en-US" sz="1400"/>
        </a:p>
      </dgm:t>
    </dgm:pt>
    <dgm:pt modelId="{76038CBC-A3B1-45A0-B43A-08A40AFF7F1A}">
      <dgm:prSet custT="1"/>
      <dgm:spPr/>
      <dgm:t>
        <a:bodyPr/>
        <a:lstStyle/>
        <a:p>
          <a:r>
            <a:rPr lang="fr-FR" sz="1400" b="0" noProof="0" dirty="0"/>
            <a:t>4.Sondages et enquêtes de satisfaction </a:t>
          </a:r>
        </a:p>
      </dgm:t>
    </dgm:pt>
    <dgm:pt modelId="{B8EF6020-CBFD-44C9-A2FA-F6CAEC8EE1B0}" type="sibTrans" cxnId="{8336FA5C-9E1B-41FB-81AE-F8812AAC2767}">
      <dgm:prSet/>
      <dgm:spPr/>
      <dgm:t>
        <a:bodyPr/>
        <a:lstStyle/>
        <a:p>
          <a:endParaRPr lang="en-US" sz="1400"/>
        </a:p>
      </dgm:t>
    </dgm:pt>
    <dgm:pt modelId="{BDC7C3FF-B12A-4868-AC45-76E65BA5F321}" type="parTrans" cxnId="{8336FA5C-9E1B-41FB-81AE-F8812AAC2767}">
      <dgm:prSet/>
      <dgm:spPr/>
      <dgm:t>
        <a:bodyPr/>
        <a:lstStyle/>
        <a:p>
          <a:endParaRPr lang="en-US" sz="1400"/>
        </a:p>
      </dgm:t>
    </dgm:pt>
    <dgm:pt modelId="{60557095-DF52-4AA9-9873-197ED0221B08}" type="pres">
      <dgm:prSet presAssocID="{BA24E0C7-D396-44F5-A897-8B3E2EC08629}" presName="root" presStyleCnt="0">
        <dgm:presLayoutVars>
          <dgm:dir/>
          <dgm:resizeHandles val="exact"/>
        </dgm:presLayoutVars>
      </dgm:prSet>
      <dgm:spPr/>
    </dgm:pt>
    <dgm:pt modelId="{EFE43DD7-82E0-47E9-AECD-051AA261739B}" type="pres">
      <dgm:prSet presAssocID="{CB897CC7-E28E-44D4-B6B4-FBD4D22B041C}" presName="compNode" presStyleCnt="0"/>
      <dgm:spPr/>
    </dgm:pt>
    <dgm:pt modelId="{38D8E146-C26D-4966-B9BE-6B499736EE9C}" type="pres">
      <dgm:prSet presAssocID="{CB897CC7-E28E-44D4-B6B4-FBD4D22B04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cran avec un remplissage uni"/>
        </a:ext>
      </dgm:extLst>
    </dgm:pt>
    <dgm:pt modelId="{B8AC92A8-387F-4897-853E-EA9E48182D9D}" type="pres">
      <dgm:prSet presAssocID="{CB897CC7-E28E-44D4-B6B4-FBD4D22B041C}" presName="spaceRect" presStyleCnt="0"/>
      <dgm:spPr/>
    </dgm:pt>
    <dgm:pt modelId="{48122A01-F23D-46C2-83E3-B87C25ED886D}" type="pres">
      <dgm:prSet presAssocID="{CB897CC7-E28E-44D4-B6B4-FBD4D22B041C}" presName="textRect" presStyleLbl="revTx" presStyleIdx="0" presStyleCnt="4" custScaleX="230141">
        <dgm:presLayoutVars>
          <dgm:chMax val="1"/>
          <dgm:chPref val="1"/>
        </dgm:presLayoutVars>
      </dgm:prSet>
      <dgm:spPr/>
    </dgm:pt>
    <dgm:pt modelId="{C5A45E23-5675-41C1-9F97-362210176F73}" type="pres">
      <dgm:prSet presAssocID="{E12E9DDD-0A76-4A68-8696-3795E0C1F13D}" presName="sibTrans" presStyleCnt="0"/>
      <dgm:spPr/>
    </dgm:pt>
    <dgm:pt modelId="{A22A85E3-0F46-4478-B596-FEC9FBE39BCF}" type="pres">
      <dgm:prSet presAssocID="{24F668D1-4947-4A03-8C96-3EB97D0F9E20}" presName="compNode" presStyleCnt="0"/>
      <dgm:spPr/>
    </dgm:pt>
    <dgm:pt modelId="{60D798BE-7ABD-42EE-A892-B51831C1DE62}" type="pres">
      <dgm:prSet presAssocID="{24F668D1-4947-4A03-8C96-3EB97D0F9E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élioration continue avec un remplissage uni"/>
        </a:ext>
      </dgm:extLst>
    </dgm:pt>
    <dgm:pt modelId="{10BA84AF-9E62-487D-82D2-4C8845E5981E}" type="pres">
      <dgm:prSet presAssocID="{24F668D1-4947-4A03-8C96-3EB97D0F9E20}" presName="spaceRect" presStyleCnt="0"/>
      <dgm:spPr/>
    </dgm:pt>
    <dgm:pt modelId="{70AB3DFA-9399-4122-A673-06A0D9831EC2}" type="pres">
      <dgm:prSet presAssocID="{24F668D1-4947-4A03-8C96-3EB97D0F9E20}" presName="textRect" presStyleLbl="revTx" presStyleIdx="1" presStyleCnt="4" custScaleX="129038" custScaleY="74196">
        <dgm:presLayoutVars>
          <dgm:chMax val="1"/>
          <dgm:chPref val="1"/>
        </dgm:presLayoutVars>
      </dgm:prSet>
      <dgm:spPr/>
    </dgm:pt>
    <dgm:pt modelId="{13832984-C611-4E78-882F-63E4E7E793AD}" type="pres">
      <dgm:prSet presAssocID="{9EE6C9C5-EE5A-4753-B8CD-C81568F44D19}" presName="sibTrans" presStyleCnt="0"/>
      <dgm:spPr/>
    </dgm:pt>
    <dgm:pt modelId="{21BFB1D9-03D0-4C60-983F-DA0F3950386F}" type="pres">
      <dgm:prSet presAssocID="{12540184-5436-4E3D-95DB-EA6EFCFAC32E}" presName="compNode" presStyleCnt="0"/>
      <dgm:spPr/>
    </dgm:pt>
    <dgm:pt modelId="{D9E93A51-1B2F-407B-AEA3-FC762140BA31}" type="pres">
      <dgm:prSet presAssocID="{12540184-5436-4E3D-95DB-EA6EFCFAC3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me électricien avec un remplissage uni"/>
        </a:ext>
      </dgm:extLst>
    </dgm:pt>
    <dgm:pt modelId="{2F4CFED1-C374-4A72-B01F-BBE35196D2D0}" type="pres">
      <dgm:prSet presAssocID="{12540184-5436-4E3D-95DB-EA6EFCFAC32E}" presName="spaceRect" presStyleCnt="0"/>
      <dgm:spPr/>
    </dgm:pt>
    <dgm:pt modelId="{0A7BEF46-8AA1-40D3-A1E2-87C820CDE8DB}" type="pres">
      <dgm:prSet presAssocID="{12540184-5436-4E3D-95DB-EA6EFCFAC32E}" presName="textRect" presStyleLbl="revTx" presStyleIdx="2" presStyleCnt="4" custScaleX="124673">
        <dgm:presLayoutVars>
          <dgm:chMax val="1"/>
          <dgm:chPref val="1"/>
        </dgm:presLayoutVars>
      </dgm:prSet>
      <dgm:spPr/>
    </dgm:pt>
    <dgm:pt modelId="{1B7C5129-D29E-4319-851E-623372EDCF4E}" type="pres">
      <dgm:prSet presAssocID="{30201A37-96B5-48AA-B3F8-AF3A3834BC08}" presName="sibTrans" presStyleCnt="0"/>
      <dgm:spPr/>
    </dgm:pt>
    <dgm:pt modelId="{D3CE4C26-DBC9-4823-A5F1-3CB5792D2C23}" type="pres">
      <dgm:prSet presAssocID="{76038CBC-A3B1-45A0-B43A-08A40AFF7F1A}" presName="compNode" presStyleCnt="0"/>
      <dgm:spPr/>
    </dgm:pt>
    <dgm:pt modelId="{144D63C5-A62C-4352-9E78-6D5EEF6460FC}" type="pres">
      <dgm:prSet presAssocID="{76038CBC-A3B1-45A0-B43A-08A40AFF7F1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phique exponentiel avec un remplissage uni"/>
        </a:ext>
      </dgm:extLst>
    </dgm:pt>
    <dgm:pt modelId="{AD84B1AC-1375-47F5-9499-1EC22993048F}" type="pres">
      <dgm:prSet presAssocID="{76038CBC-A3B1-45A0-B43A-08A40AFF7F1A}" presName="spaceRect" presStyleCnt="0"/>
      <dgm:spPr/>
    </dgm:pt>
    <dgm:pt modelId="{E3200155-293D-447B-8084-BF481F95149D}" type="pres">
      <dgm:prSet presAssocID="{76038CBC-A3B1-45A0-B43A-08A40AFF7F1A}" presName="textRect" presStyleLbl="revTx" presStyleIdx="3" presStyleCnt="4" custScaleX="232600" custScaleY="28151">
        <dgm:presLayoutVars>
          <dgm:chMax val="1"/>
          <dgm:chPref val="1"/>
        </dgm:presLayoutVars>
      </dgm:prSet>
      <dgm:spPr/>
    </dgm:pt>
  </dgm:ptLst>
  <dgm:cxnLst>
    <dgm:cxn modelId="{B8DB711E-57EB-44FA-8329-D1127272CF95}" type="presOf" srcId="{12540184-5436-4E3D-95DB-EA6EFCFAC32E}" destId="{0A7BEF46-8AA1-40D3-A1E2-87C820CDE8DB}" srcOrd="0" destOrd="0" presId="urn:microsoft.com/office/officeart/2018/2/layout/IconLabelList"/>
    <dgm:cxn modelId="{2C5DD03A-2B92-48F0-887C-FA4B2165CBD4}" srcId="{BA24E0C7-D396-44F5-A897-8B3E2EC08629}" destId="{CB897CC7-E28E-44D4-B6B4-FBD4D22B041C}" srcOrd="0" destOrd="0" parTransId="{6DE4A26C-4971-472D-B218-9C444EC91FA9}" sibTransId="{E12E9DDD-0A76-4A68-8696-3795E0C1F13D}"/>
    <dgm:cxn modelId="{8336FA5C-9E1B-41FB-81AE-F8812AAC2767}" srcId="{BA24E0C7-D396-44F5-A897-8B3E2EC08629}" destId="{76038CBC-A3B1-45A0-B43A-08A40AFF7F1A}" srcOrd="3" destOrd="0" parTransId="{BDC7C3FF-B12A-4868-AC45-76E65BA5F321}" sibTransId="{B8EF6020-CBFD-44C9-A2FA-F6CAEC8EE1B0}"/>
    <dgm:cxn modelId="{444C9B68-3585-4955-B3C7-9B313AB51E14}" srcId="{BA24E0C7-D396-44F5-A897-8B3E2EC08629}" destId="{24F668D1-4947-4A03-8C96-3EB97D0F9E20}" srcOrd="1" destOrd="0" parTransId="{E841CA7A-C0CD-4F43-BDB2-D84034D41398}" sibTransId="{9EE6C9C5-EE5A-4753-B8CD-C81568F44D19}"/>
    <dgm:cxn modelId="{38BC9680-5CE0-466C-8250-4612A50B25AA}" srcId="{BA24E0C7-D396-44F5-A897-8B3E2EC08629}" destId="{12540184-5436-4E3D-95DB-EA6EFCFAC32E}" srcOrd="2" destOrd="0" parTransId="{C97A5718-453B-481C-BD30-7605EEE87B26}" sibTransId="{30201A37-96B5-48AA-B3F8-AF3A3834BC08}"/>
    <dgm:cxn modelId="{B324349D-77A5-4D40-BE02-547D50B24DD9}" type="presOf" srcId="{CB897CC7-E28E-44D4-B6B4-FBD4D22B041C}" destId="{48122A01-F23D-46C2-83E3-B87C25ED886D}" srcOrd="0" destOrd="0" presId="urn:microsoft.com/office/officeart/2018/2/layout/IconLabelList"/>
    <dgm:cxn modelId="{32E6F9A1-F7A1-493B-B07F-EE6D62031D09}" type="presOf" srcId="{76038CBC-A3B1-45A0-B43A-08A40AFF7F1A}" destId="{E3200155-293D-447B-8084-BF481F95149D}" srcOrd="0" destOrd="0" presId="urn:microsoft.com/office/officeart/2018/2/layout/IconLabelList"/>
    <dgm:cxn modelId="{9B6071B4-CA4F-4260-86D7-11B176CE5162}" type="presOf" srcId="{BA24E0C7-D396-44F5-A897-8B3E2EC08629}" destId="{60557095-DF52-4AA9-9873-197ED0221B08}" srcOrd="0" destOrd="0" presId="urn:microsoft.com/office/officeart/2018/2/layout/IconLabelList"/>
    <dgm:cxn modelId="{A82187DC-D150-4ACE-8246-FA61723FB39D}" type="presOf" srcId="{24F668D1-4947-4A03-8C96-3EB97D0F9E20}" destId="{70AB3DFA-9399-4122-A673-06A0D9831EC2}" srcOrd="0" destOrd="0" presId="urn:microsoft.com/office/officeart/2018/2/layout/IconLabelList"/>
    <dgm:cxn modelId="{4A6CCBBE-A6C6-4204-839B-85DEB06C3D28}" type="presParOf" srcId="{60557095-DF52-4AA9-9873-197ED0221B08}" destId="{EFE43DD7-82E0-47E9-AECD-051AA261739B}" srcOrd="0" destOrd="0" presId="urn:microsoft.com/office/officeart/2018/2/layout/IconLabelList"/>
    <dgm:cxn modelId="{50D48ED1-AE57-4D67-878A-EBE28B6A131A}" type="presParOf" srcId="{EFE43DD7-82E0-47E9-AECD-051AA261739B}" destId="{38D8E146-C26D-4966-B9BE-6B499736EE9C}" srcOrd="0" destOrd="0" presId="urn:microsoft.com/office/officeart/2018/2/layout/IconLabelList"/>
    <dgm:cxn modelId="{39156130-AB2D-473E-BDB8-7242F89D7A4E}" type="presParOf" srcId="{EFE43DD7-82E0-47E9-AECD-051AA261739B}" destId="{B8AC92A8-387F-4897-853E-EA9E48182D9D}" srcOrd="1" destOrd="0" presId="urn:microsoft.com/office/officeart/2018/2/layout/IconLabelList"/>
    <dgm:cxn modelId="{1EE2D90E-277B-4584-B815-130048FC7C1F}" type="presParOf" srcId="{EFE43DD7-82E0-47E9-AECD-051AA261739B}" destId="{48122A01-F23D-46C2-83E3-B87C25ED886D}" srcOrd="2" destOrd="0" presId="urn:microsoft.com/office/officeart/2018/2/layout/IconLabelList"/>
    <dgm:cxn modelId="{532A5352-E31C-452D-B93E-867E51D7B790}" type="presParOf" srcId="{60557095-DF52-4AA9-9873-197ED0221B08}" destId="{C5A45E23-5675-41C1-9F97-362210176F73}" srcOrd="1" destOrd="0" presId="urn:microsoft.com/office/officeart/2018/2/layout/IconLabelList"/>
    <dgm:cxn modelId="{CAC3E545-DA02-43CF-A549-D65C76C573D6}" type="presParOf" srcId="{60557095-DF52-4AA9-9873-197ED0221B08}" destId="{A22A85E3-0F46-4478-B596-FEC9FBE39BCF}" srcOrd="2" destOrd="0" presId="urn:microsoft.com/office/officeart/2018/2/layout/IconLabelList"/>
    <dgm:cxn modelId="{0CD14105-AEBA-4F1F-B76B-8526663B0125}" type="presParOf" srcId="{A22A85E3-0F46-4478-B596-FEC9FBE39BCF}" destId="{60D798BE-7ABD-42EE-A892-B51831C1DE62}" srcOrd="0" destOrd="0" presId="urn:microsoft.com/office/officeart/2018/2/layout/IconLabelList"/>
    <dgm:cxn modelId="{8D1BEBC3-71F3-4C4A-BE86-AF4BF9889F03}" type="presParOf" srcId="{A22A85E3-0F46-4478-B596-FEC9FBE39BCF}" destId="{10BA84AF-9E62-487D-82D2-4C8845E5981E}" srcOrd="1" destOrd="0" presId="urn:microsoft.com/office/officeart/2018/2/layout/IconLabelList"/>
    <dgm:cxn modelId="{F1C383CC-EF22-4B8E-885C-78BEFD83AB56}" type="presParOf" srcId="{A22A85E3-0F46-4478-B596-FEC9FBE39BCF}" destId="{70AB3DFA-9399-4122-A673-06A0D9831EC2}" srcOrd="2" destOrd="0" presId="urn:microsoft.com/office/officeart/2018/2/layout/IconLabelList"/>
    <dgm:cxn modelId="{0EC3A7E1-4E6F-45FA-82AB-2344DC4535B4}" type="presParOf" srcId="{60557095-DF52-4AA9-9873-197ED0221B08}" destId="{13832984-C611-4E78-882F-63E4E7E793AD}" srcOrd="3" destOrd="0" presId="urn:microsoft.com/office/officeart/2018/2/layout/IconLabelList"/>
    <dgm:cxn modelId="{E413BA3A-099E-4283-A8D0-F05DF5B2BBF2}" type="presParOf" srcId="{60557095-DF52-4AA9-9873-197ED0221B08}" destId="{21BFB1D9-03D0-4C60-983F-DA0F3950386F}" srcOrd="4" destOrd="0" presId="urn:microsoft.com/office/officeart/2018/2/layout/IconLabelList"/>
    <dgm:cxn modelId="{A742C7A0-C9C5-4533-B323-CEDA4C303F1A}" type="presParOf" srcId="{21BFB1D9-03D0-4C60-983F-DA0F3950386F}" destId="{D9E93A51-1B2F-407B-AEA3-FC762140BA31}" srcOrd="0" destOrd="0" presId="urn:microsoft.com/office/officeart/2018/2/layout/IconLabelList"/>
    <dgm:cxn modelId="{C54EDF02-34F4-471A-809C-29A0FED8ED97}" type="presParOf" srcId="{21BFB1D9-03D0-4C60-983F-DA0F3950386F}" destId="{2F4CFED1-C374-4A72-B01F-BBE35196D2D0}" srcOrd="1" destOrd="0" presId="urn:microsoft.com/office/officeart/2018/2/layout/IconLabelList"/>
    <dgm:cxn modelId="{C543E9AC-7DEA-4609-A1ED-EE3D34D9B068}" type="presParOf" srcId="{21BFB1D9-03D0-4C60-983F-DA0F3950386F}" destId="{0A7BEF46-8AA1-40D3-A1E2-87C820CDE8DB}" srcOrd="2" destOrd="0" presId="urn:microsoft.com/office/officeart/2018/2/layout/IconLabelList"/>
    <dgm:cxn modelId="{D1E88FD6-8C43-40E1-8E8A-9CF65E2A5002}" type="presParOf" srcId="{60557095-DF52-4AA9-9873-197ED0221B08}" destId="{1B7C5129-D29E-4319-851E-623372EDCF4E}" srcOrd="5" destOrd="0" presId="urn:microsoft.com/office/officeart/2018/2/layout/IconLabelList"/>
    <dgm:cxn modelId="{91304306-3A17-4930-AC00-9D1EE4D62310}" type="presParOf" srcId="{60557095-DF52-4AA9-9873-197ED0221B08}" destId="{D3CE4C26-DBC9-4823-A5F1-3CB5792D2C23}" srcOrd="6" destOrd="0" presId="urn:microsoft.com/office/officeart/2018/2/layout/IconLabelList"/>
    <dgm:cxn modelId="{82C5CACF-4982-4B39-B65B-8D1669BCB36A}" type="presParOf" srcId="{D3CE4C26-DBC9-4823-A5F1-3CB5792D2C23}" destId="{144D63C5-A62C-4352-9E78-6D5EEF6460FC}" srcOrd="0" destOrd="0" presId="urn:microsoft.com/office/officeart/2018/2/layout/IconLabelList"/>
    <dgm:cxn modelId="{9F5F916C-EAAE-482B-BCC9-B51AD7F3E361}" type="presParOf" srcId="{D3CE4C26-DBC9-4823-A5F1-3CB5792D2C23}" destId="{AD84B1AC-1375-47F5-9499-1EC22993048F}" srcOrd="1" destOrd="0" presId="urn:microsoft.com/office/officeart/2018/2/layout/IconLabelList"/>
    <dgm:cxn modelId="{63C6D490-AA50-4C55-8714-71C0A2D937A5}" type="presParOf" srcId="{D3CE4C26-DBC9-4823-A5F1-3CB5792D2C23}" destId="{E3200155-293D-447B-8084-BF481F9514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A24E0C7-D396-44F5-A897-8B3E2EC0862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B897CC7-E28E-44D4-B6B4-FBD4D22B041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1</a:t>
          </a:r>
          <a:r>
            <a:rPr lang="fr-FR" sz="1400" b="1" noProof="0" dirty="0"/>
            <a:t>. Partenariats locaux et Soutien gouvernemental</a:t>
          </a:r>
        </a:p>
        <a:p>
          <a:pPr>
            <a:lnSpc>
              <a:spcPct val="100000"/>
            </a:lnSpc>
          </a:pPr>
          <a:r>
            <a:rPr lang="fr-FR" sz="1400" b="0" noProof="0" dirty="0"/>
            <a:t>Soutiens du gouvernement au travers de l’ANAGED et du ministère de l’environnement</a:t>
          </a:r>
        </a:p>
        <a:p>
          <a:pPr>
            <a:lnSpc>
              <a:spcPct val="100000"/>
            </a:lnSpc>
          </a:pPr>
          <a:r>
            <a:rPr lang="fr-FR" sz="1400" b="0" noProof="0" dirty="0"/>
            <a:t>Collaboration avec des municipalités, entreprises et ONG pour financer et déployer le projet.</a:t>
          </a:r>
          <a:endParaRPr lang="fr-FR" sz="1400" noProof="0" dirty="0"/>
        </a:p>
      </dgm:t>
    </dgm:pt>
    <dgm:pt modelId="{6DE4A26C-4971-472D-B218-9C444EC91FA9}" type="parTrans" cxnId="{2C5DD03A-2B92-48F0-887C-FA4B2165CBD4}">
      <dgm:prSet/>
      <dgm:spPr/>
      <dgm:t>
        <a:bodyPr/>
        <a:lstStyle/>
        <a:p>
          <a:endParaRPr lang="en-US" sz="1400"/>
        </a:p>
      </dgm:t>
    </dgm:pt>
    <dgm:pt modelId="{E12E9DDD-0A76-4A68-8696-3795E0C1F13D}" type="sibTrans" cxnId="{2C5DD03A-2B92-48F0-887C-FA4B2165CBD4}">
      <dgm:prSet/>
      <dgm:spPr/>
      <dgm:t>
        <a:bodyPr/>
        <a:lstStyle/>
        <a:p>
          <a:endParaRPr lang="en-US" sz="1400"/>
        </a:p>
      </dgm:t>
    </dgm:pt>
    <dgm:pt modelId="{12540184-5436-4E3D-95DB-EA6EFCFAC3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b="0" noProof="0" dirty="0"/>
            <a:t>3.</a:t>
          </a:r>
          <a:r>
            <a:rPr lang="fr-FR" sz="1400" b="1" noProof="0" dirty="0"/>
            <a:t>Collaborations</a:t>
          </a:r>
          <a:r>
            <a:rPr lang="fr-FR" sz="1400" b="0" noProof="0" dirty="0"/>
            <a:t> </a:t>
          </a:r>
          <a:endParaRPr lang="fr-FR" sz="1400" b="1" noProof="0" dirty="0"/>
        </a:p>
        <a:p>
          <a:pPr>
            <a:lnSpc>
              <a:spcPct val="100000"/>
            </a:lnSpc>
          </a:pPr>
          <a:r>
            <a:rPr lang="fr-FR" sz="1400" b="0" noProof="0" dirty="0"/>
            <a:t>collaborations avec les entreprises de recyclage COLIBA, CODIPLAST… </a:t>
          </a:r>
        </a:p>
      </dgm:t>
    </dgm:pt>
    <dgm:pt modelId="{C97A5718-453B-481C-BD30-7605EEE87B26}" type="parTrans" cxnId="{38BC9680-5CE0-466C-8250-4612A50B25AA}">
      <dgm:prSet/>
      <dgm:spPr/>
      <dgm:t>
        <a:bodyPr/>
        <a:lstStyle/>
        <a:p>
          <a:endParaRPr lang="en-US" sz="1400"/>
        </a:p>
      </dgm:t>
    </dgm:pt>
    <dgm:pt modelId="{30201A37-96B5-48AA-B3F8-AF3A3834BC08}" type="sibTrans" cxnId="{38BC9680-5CE0-466C-8250-4612A50B25AA}">
      <dgm:prSet/>
      <dgm:spPr/>
      <dgm:t>
        <a:bodyPr/>
        <a:lstStyle/>
        <a:p>
          <a:endParaRPr lang="en-US" sz="1400"/>
        </a:p>
      </dgm:t>
    </dgm:pt>
    <dgm:pt modelId="{71448A96-92FC-4992-8466-EAE04D36F6D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noProof="0" dirty="0"/>
            <a:t>4.</a:t>
          </a:r>
          <a:r>
            <a:rPr lang="fr-FR" sz="1400" b="1" noProof="0" dirty="0"/>
            <a:t> Exportation régionale et Education environnementale</a:t>
          </a:r>
        </a:p>
        <a:p>
          <a:pPr>
            <a:lnSpc>
              <a:spcPct val="100000"/>
            </a:lnSpc>
          </a:pPr>
          <a:r>
            <a:rPr lang="fr-FR" sz="1400" b="0" noProof="0" dirty="0"/>
            <a:t> Réplicabilité dans d'autres villes et pays africains partageant des problématiques similaires.</a:t>
          </a:r>
        </a:p>
      </dgm:t>
    </dgm:pt>
    <dgm:pt modelId="{3C529E6C-C47C-48AB-AA90-9771E17A9306}" type="parTrans" cxnId="{C62D56F1-B71A-415E-9AC5-DBCAE8B44BD0}">
      <dgm:prSet/>
      <dgm:spPr/>
      <dgm:t>
        <a:bodyPr/>
        <a:lstStyle/>
        <a:p>
          <a:endParaRPr lang="fr-FR" sz="1400"/>
        </a:p>
      </dgm:t>
    </dgm:pt>
    <dgm:pt modelId="{8143DEB2-B582-430C-B275-75ACDA70B48F}" type="sibTrans" cxnId="{C62D56F1-B71A-415E-9AC5-DBCAE8B44BD0}">
      <dgm:prSet/>
      <dgm:spPr/>
      <dgm:t>
        <a:bodyPr/>
        <a:lstStyle/>
        <a:p>
          <a:endParaRPr lang="fr-FR" sz="1400"/>
        </a:p>
      </dgm:t>
    </dgm:pt>
    <dgm:pt modelId="{2A132102-550B-42C8-B122-113A3494449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0" noProof="0" dirty="0"/>
            <a:t>2</a:t>
          </a:r>
          <a:r>
            <a:rPr lang="fr-FR" b="1" noProof="0" dirty="0"/>
            <a:t>.Education</a:t>
          </a:r>
        </a:p>
        <a:p>
          <a:pPr>
            <a:lnSpc>
              <a:spcPct val="100000"/>
            </a:lnSpc>
          </a:pPr>
          <a:r>
            <a:rPr lang="fr-FR" b="0" noProof="0" dirty="0"/>
            <a:t>Utiliser le projet pour promouvoir l’éducation environnementale dans les écoles et communautés</a:t>
          </a:r>
        </a:p>
      </dgm:t>
    </dgm:pt>
    <dgm:pt modelId="{02956045-3506-4673-B911-7C5B75D9A032}" type="parTrans" cxnId="{ECD6922C-8D68-441C-B57F-0903845ACBB5}">
      <dgm:prSet/>
      <dgm:spPr/>
      <dgm:t>
        <a:bodyPr/>
        <a:lstStyle/>
        <a:p>
          <a:endParaRPr lang="fr-FR"/>
        </a:p>
      </dgm:t>
    </dgm:pt>
    <dgm:pt modelId="{DECAC1D7-801B-45AF-9A99-CA036FC37D37}" type="sibTrans" cxnId="{ECD6922C-8D68-441C-B57F-0903845ACBB5}">
      <dgm:prSet/>
      <dgm:spPr/>
      <dgm:t>
        <a:bodyPr/>
        <a:lstStyle/>
        <a:p>
          <a:endParaRPr lang="fr-FR"/>
        </a:p>
      </dgm:t>
    </dgm:pt>
    <dgm:pt modelId="{60557095-DF52-4AA9-9873-197ED0221B08}" type="pres">
      <dgm:prSet presAssocID="{BA24E0C7-D396-44F5-A897-8B3E2EC08629}" presName="root" presStyleCnt="0">
        <dgm:presLayoutVars>
          <dgm:dir/>
          <dgm:resizeHandles val="exact"/>
        </dgm:presLayoutVars>
      </dgm:prSet>
      <dgm:spPr/>
    </dgm:pt>
    <dgm:pt modelId="{EFE43DD7-82E0-47E9-AECD-051AA261739B}" type="pres">
      <dgm:prSet presAssocID="{CB897CC7-E28E-44D4-B6B4-FBD4D22B041C}" presName="compNode" presStyleCnt="0"/>
      <dgm:spPr/>
    </dgm:pt>
    <dgm:pt modelId="{38D8E146-C26D-4966-B9BE-6B499736EE9C}" type="pres">
      <dgm:prSet presAssocID="{CB897CC7-E28E-44D4-B6B4-FBD4D22B04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le de conseil avec un remplissage uni"/>
        </a:ext>
      </dgm:extLst>
    </dgm:pt>
    <dgm:pt modelId="{B8AC92A8-387F-4897-853E-EA9E48182D9D}" type="pres">
      <dgm:prSet presAssocID="{CB897CC7-E28E-44D4-B6B4-FBD4D22B041C}" presName="spaceRect" presStyleCnt="0"/>
      <dgm:spPr/>
    </dgm:pt>
    <dgm:pt modelId="{48122A01-F23D-46C2-83E3-B87C25ED886D}" type="pres">
      <dgm:prSet presAssocID="{CB897CC7-E28E-44D4-B6B4-FBD4D22B041C}" presName="textRect" presStyleLbl="revTx" presStyleIdx="0" presStyleCnt="4" custScaleX="230141">
        <dgm:presLayoutVars>
          <dgm:chMax val="1"/>
          <dgm:chPref val="1"/>
        </dgm:presLayoutVars>
      </dgm:prSet>
      <dgm:spPr/>
    </dgm:pt>
    <dgm:pt modelId="{C5A45E23-5675-41C1-9F97-362210176F73}" type="pres">
      <dgm:prSet presAssocID="{E12E9DDD-0A76-4A68-8696-3795E0C1F13D}" presName="sibTrans" presStyleCnt="0"/>
      <dgm:spPr/>
    </dgm:pt>
    <dgm:pt modelId="{21BFB1D9-03D0-4C60-983F-DA0F3950386F}" type="pres">
      <dgm:prSet presAssocID="{12540184-5436-4E3D-95DB-EA6EFCFAC32E}" presName="compNode" presStyleCnt="0"/>
      <dgm:spPr/>
    </dgm:pt>
    <dgm:pt modelId="{D9E93A51-1B2F-407B-AEA3-FC762140BA31}" type="pres">
      <dgm:prSet presAssocID="{12540184-5436-4E3D-95DB-EA6EFCFAC32E}" presName="iconRect" presStyleLbl="node1" presStyleIdx="1" presStyleCnt="4" custLinFactNeighborX="75146" custLinFactNeighborY="22669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uble geste d’appui avec un remplissage uni"/>
        </a:ext>
      </dgm:extLst>
    </dgm:pt>
    <dgm:pt modelId="{2F4CFED1-C374-4A72-B01F-BBE35196D2D0}" type="pres">
      <dgm:prSet presAssocID="{12540184-5436-4E3D-95DB-EA6EFCFAC32E}" presName="spaceRect" presStyleCnt="0"/>
      <dgm:spPr/>
    </dgm:pt>
    <dgm:pt modelId="{0A7BEF46-8AA1-40D3-A1E2-87C820CDE8DB}" type="pres">
      <dgm:prSet presAssocID="{12540184-5436-4E3D-95DB-EA6EFCFAC32E}" presName="textRect" presStyleLbl="revTx" presStyleIdx="1" presStyleCnt="4" custScaleX="153963" custLinFactNeighborX="25139" custLinFactNeighborY="-9465">
        <dgm:presLayoutVars>
          <dgm:chMax val="1"/>
          <dgm:chPref val="1"/>
        </dgm:presLayoutVars>
      </dgm:prSet>
      <dgm:spPr/>
    </dgm:pt>
    <dgm:pt modelId="{F76F7173-8BDC-4CA0-820C-7F3AE8ABE521}" type="pres">
      <dgm:prSet presAssocID="{30201A37-96B5-48AA-B3F8-AF3A3834BC08}" presName="sibTrans" presStyleCnt="0"/>
      <dgm:spPr/>
    </dgm:pt>
    <dgm:pt modelId="{74A9FB22-B9B5-4866-9405-412C761E5AC7}" type="pres">
      <dgm:prSet presAssocID="{2A132102-550B-42C8-B122-113A34944496}" presName="compNode" presStyleCnt="0"/>
      <dgm:spPr/>
    </dgm:pt>
    <dgm:pt modelId="{DED8225E-CA21-4005-938A-4096B6F571D1}" type="pres">
      <dgm:prSet presAssocID="{2A132102-550B-42C8-B122-113A34944496}" presName="iconRect" presStyleLbl="node1" presStyleIdx="2" presStyleCnt="4" custLinFactNeighborX="14008" custLinFactNeighborY="5777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blicité avec un remplissage uni"/>
        </a:ext>
      </dgm:extLst>
    </dgm:pt>
    <dgm:pt modelId="{1BDEB2CC-8C2F-4708-8967-F87FB44CC41C}" type="pres">
      <dgm:prSet presAssocID="{2A132102-550B-42C8-B122-113A34944496}" presName="spaceRect" presStyleCnt="0"/>
      <dgm:spPr/>
    </dgm:pt>
    <dgm:pt modelId="{74F0E6C5-C94A-4F61-88E1-A3420626BB2D}" type="pres">
      <dgm:prSet presAssocID="{2A132102-550B-42C8-B122-113A34944496}" presName="textRect" presStyleLbl="revTx" presStyleIdx="2" presStyleCnt="4" custScaleX="153963" custLinFactNeighborX="9348" custLinFactNeighborY="10737">
        <dgm:presLayoutVars>
          <dgm:chMax val="1"/>
          <dgm:chPref val="1"/>
        </dgm:presLayoutVars>
      </dgm:prSet>
      <dgm:spPr/>
    </dgm:pt>
    <dgm:pt modelId="{A2A06FE7-8B21-41BF-8F8C-B07EFDB69B67}" type="pres">
      <dgm:prSet presAssocID="{DECAC1D7-801B-45AF-9A99-CA036FC37D37}" presName="sibTrans" presStyleCnt="0"/>
      <dgm:spPr/>
    </dgm:pt>
    <dgm:pt modelId="{3A79DC1C-4176-468C-9FAC-255EB3D98148}" type="pres">
      <dgm:prSet presAssocID="{71448A96-92FC-4992-8466-EAE04D36F6DB}" presName="compNode" presStyleCnt="0"/>
      <dgm:spPr/>
    </dgm:pt>
    <dgm:pt modelId="{F856A82F-96B1-484E-86F1-4F5F4585AC87}" type="pres">
      <dgm:prSet presAssocID="{71448A96-92FC-4992-8466-EAE04D36F6DB}" presName="iconRect" presStyleLbl="node1" presStyleIdx="3" presStyleCnt="4" custLinFactX="27150" custLinFactNeighborX="100000" custLinFactNeighborY="57778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frique avec un remplissage uni"/>
        </a:ext>
      </dgm:extLst>
    </dgm:pt>
    <dgm:pt modelId="{73761D5B-8E03-42C1-90FF-DD8BD01A4D6D}" type="pres">
      <dgm:prSet presAssocID="{71448A96-92FC-4992-8466-EAE04D36F6DB}" presName="spaceRect" presStyleCnt="0"/>
      <dgm:spPr/>
    </dgm:pt>
    <dgm:pt modelId="{DF2AAC35-7B17-4323-B23B-A54DF407C070}" type="pres">
      <dgm:prSet presAssocID="{71448A96-92FC-4992-8466-EAE04D36F6DB}" presName="textRect" presStyleLbl="revTx" presStyleIdx="3" presStyleCnt="4" custScaleX="198457" custLinFactNeighborX="45829" custLinFactNeighborY="19824">
        <dgm:presLayoutVars>
          <dgm:chMax val="1"/>
          <dgm:chPref val="1"/>
        </dgm:presLayoutVars>
      </dgm:prSet>
      <dgm:spPr/>
    </dgm:pt>
  </dgm:ptLst>
  <dgm:cxnLst>
    <dgm:cxn modelId="{B8DB711E-57EB-44FA-8329-D1127272CF95}" type="presOf" srcId="{12540184-5436-4E3D-95DB-EA6EFCFAC32E}" destId="{0A7BEF46-8AA1-40D3-A1E2-87C820CDE8DB}" srcOrd="0" destOrd="0" presId="urn:microsoft.com/office/officeart/2018/2/layout/IconLabelList"/>
    <dgm:cxn modelId="{ECD6922C-8D68-441C-B57F-0903845ACBB5}" srcId="{BA24E0C7-D396-44F5-A897-8B3E2EC08629}" destId="{2A132102-550B-42C8-B122-113A34944496}" srcOrd="2" destOrd="0" parTransId="{02956045-3506-4673-B911-7C5B75D9A032}" sibTransId="{DECAC1D7-801B-45AF-9A99-CA036FC37D37}"/>
    <dgm:cxn modelId="{2C5DD03A-2B92-48F0-887C-FA4B2165CBD4}" srcId="{BA24E0C7-D396-44F5-A897-8B3E2EC08629}" destId="{CB897CC7-E28E-44D4-B6B4-FBD4D22B041C}" srcOrd="0" destOrd="0" parTransId="{6DE4A26C-4971-472D-B218-9C444EC91FA9}" sibTransId="{E12E9DDD-0A76-4A68-8696-3795E0C1F13D}"/>
    <dgm:cxn modelId="{38BC9680-5CE0-466C-8250-4612A50B25AA}" srcId="{BA24E0C7-D396-44F5-A897-8B3E2EC08629}" destId="{12540184-5436-4E3D-95DB-EA6EFCFAC32E}" srcOrd="1" destOrd="0" parTransId="{C97A5718-453B-481C-BD30-7605EEE87B26}" sibTransId="{30201A37-96B5-48AA-B3F8-AF3A3834BC08}"/>
    <dgm:cxn modelId="{B57FDD98-C49C-4672-ABD8-461405F71321}" type="presOf" srcId="{2A132102-550B-42C8-B122-113A34944496}" destId="{74F0E6C5-C94A-4F61-88E1-A3420626BB2D}" srcOrd="0" destOrd="0" presId="urn:microsoft.com/office/officeart/2018/2/layout/IconLabelList"/>
    <dgm:cxn modelId="{B324349D-77A5-4D40-BE02-547D50B24DD9}" type="presOf" srcId="{CB897CC7-E28E-44D4-B6B4-FBD4D22B041C}" destId="{48122A01-F23D-46C2-83E3-B87C25ED886D}" srcOrd="0" destOrd="0" presId="urn:microsoft.com/office/officeart/2018/2/layout/IconLabelList"/>
    <dgm:cxn modelId="{9B6071B4-CA4F-4260-86D7-11B176CE5162}" type="presOf" srcId="{BA24E0C7-D396-44F5-A897-8B3E2EC08629}" destId="{60557095-DF52-4AA9-9873-197ED0221B08}" srcOrd="0" destOrd="0" presId="urn:microsoft.com/office/officeart/2018/2/layout/IconLabelList"/>
    <dgm:cxn modelId="{3C4EC8D0-75A8-4ED4-B445-7FEA4CCC4C35}" type="presOf" srcId="{71448A96-92FC-4992-8466-EAE04D36F6DB}" destId="{DF2AAC35-7B17-4323-B23B-A54DF407C070}" srcOrd="0" destOrd="0" presId="urn:microsoft.com/office/officeart/2018/2/layout/IconLabelList"/>
    <dgm:cxn modelId="{C62D56F1-B71A-415E-9AC5-DBCAE8B44BD0}" srcId="{BA24E0C7-D396-44F5-A897-8B3E2EC08629}" destId="{71448A96-92FC-4992-8466-EAE04D36F6DB}" srcOrd="3" destOrd="0" parTransId="{3C529E6C-C47C-48AB-AA90-9771E17A9306}" sibTransId="{8143DEB2-B582-430C-B275-75ACDA70B48F}"/>
    <dgm:cxn modelId="{4A6CCBBE-A6C6-4204-839B-85DEB06C3D28}" type="presParOf" srcId="{60557095-DF52-4AA9-9873-197ED0221B08}" destId="{EFE43DD7-82E0-47E9-AECD-051AA261739B}" srcOrd="0" destOrd="0" presId="urn:microsoft.com/office/officeart/2018/2/layout/IconLabelList"/>
    <dgm:cxn modelId="{50D48ED1-AE57-4D67-878A-EBE28B6A131A}" type="presParOf" srcId="{EFE43DD7-82E0-47E9-AECD-051AA261739B}" destId="{38D8E146-C26D-4966-B9BE-6B499736EE9C}" srcOrd="0" destOrd="0" presId="urn:microsoft.com/office/officeart/2018/2/layout/IconLabelList"/>
    <dgm:cxn modelId="{39156130-AB2D-473E-BDB8-7242F89D7A4E}" type="presParOf" srcId="{EFE43DD7-82E0-47E9-AECD-051AA261739B}" destId="{B8AC92A8-387F-4897-853E-EA9E48182D9D}" srcOrd="1" destOrd="0" presId="urn:microsoft.com/office/officeart/2018/2/layout/IconLabelList"/>
    <dgm:cxn modelId="{1EE2D90E-277B-4584-B815-130048FC7C1F}" type="presParOf" srcId="{EFE43DD7-82E0-47E9-AECD-051AA261739B}" destId="{48122A01-F23D-46C2-83E3-B87C25ED886D}" srcOrd="2" destOrd="0" presId="urn:microsoft.com/office/officeart/2018/2/layout/IconLabelList"/>
    <dgm:cxn modelId="{532A5352-E31C-452D-B93E-867E51D7B790}" type="presParOf" srcId="{60557095-DF52-4AA9-9873-197ED0221B08}" destId="{C5A45E23-5675-41C1-9F97-362210176F73}" srcOrd="1" destOrd="0" presId="urn:microsoft.com/office/officeart/2018/2/layout/IconLabelList"/>
    <dgm:cxn modelId="{E413BA3A-099E-4283-A8D0-F05DF5B2BBF2}" type="presParOf" srcId="{60557095-DF52-4AA9-9873-197ED0221B08}" destId="{21BFB1D9-03D0-4C60-983F-DA0F3950386F}" srcOrd="2" destOrd="0" presId="urn:microsoft.com/office/officeart/2018/2/layout/IconLabelList"/>
    <dgm:cxn modelId="{A742C7A0-C9C5-4533-B323-CEDA4C303F1A}" type="presParOf" srcId="{21BFB1D9-03D0-4C60-983F-DA0F3950386F}" destId="{D9E93A51-1B2F-407B-AEA3-FC762140BA31}" srcOrd="0" destOrd="0" presId="urn:microsoft.com/office/officeart/2018/2/layout/IconLabelList"/>
    <dgm:cxn modelId="{C54EDF02-34F4-471A-809C-29A0FED8ED97}" type="presParOf" srcId="{21BFB1D9-03D0-4C60-983F-DA0F3950386F}" destId="{2F4CFED1-C374-4A72-B01F-BBE35196D2D0}" srcOrd="1" destOrd="0" presId="urn:microsoft.com/office/officeart/2018/2/layout/IconLabelList"/>
    <dgm:cxn modelId="{C543E9AC-7DEA-4609-A1ED-EE3D34D9B068}" type="presParOf" srcId="{21BFB1D9-03D0-4C60-983F-DA0F3950386F}" destId="{0A7BEF46-8AA1-40D3-A1E2-87C820CDE8DB}" srcOrd="2" destOrd="0" presId="urn:microsoft.com/office/officeart/2018/2/layout/IconLabelList"/>
    <dgm:cxn modelId="{A5A52670-05C5-461C-9B5C-1BECB75A24AF}" type="presParOf" srcId="{60557095-DF52-4AA9-9873-197ED0221B08}" destId="{F76F7173-8BDC-4CA0-820C-7F3AE8ABE521}" srcOrd="3" destOrd="0" presId="urn:microsoft.com/office/officeart/2018/2/layout/IconLabelList"/>
    <dgm:cxn modelId="{65D9BC71-FBD0-4A53-A99E-983883588E4F}" type="presParOf" srcId="{60557095-DF52-4AA9-9873-197ED0221B08}" destId="{74A9FB22-B9B5-4866-9405-412C761E5AC7}" srcOrd="4" destOrd="0" presId="urn:microsoft.com/office/officeart/2018/2/layout/IconLabelList"/>
    <dgm:cxn modelId="{89005EE4-1B99-4B87-83AA-1D66FCD90CD9}" type="presParOf" srcId="{74A9FB22-B9B5-4866-9405-412C761E5AC7}" destId="{DED8225E-CA21-4005-938A-4096B6F571D1}" srcOrd="0" destOrd="0" presId="urn:microsoft.com/office/officeart/2018/2/layout/IconLabelList"/>
    <dgm:cxn modelId="{8CE6021A-BCCF-4ABB-B4E5-513A19D2B078}" type="presParOf" srcId="{74A9FB22-B9B5-4866-9405-412C761E5AC7}" destId="{1BDEB2CC-8C2F-4708-8967-F87FB44CC41C}" srcOrd="1" destOrd="0" presId="urn:microsoft.com/office/officeart/2018/2/layout/IconLabelList"/>
    <dgm:cxn modelId="{B2245BF5-4CBB-456F-B975-8790D6AFE4E7}" type="presParOf" srcId="{74A9FB22-B9B5-4866-9405-412C761E5AC7}" destId="{74F0E6C5-C94A-4F61-88E1-A3420626BB2D}" srcOrd="2" destOrd="0" presId="urn:microsoft.com/office/officeart/2018/2/layout/IconLabelList"/>
    <dgm:cxn modelId="{ADAFF05C-010F-46DA-8C39-81051718DB8B}" type="presParOf" srcId="{60557095-DF52-4AA9-9873-197ED0221B08}" destId="{A2A06FE7-8B21-41BF-8F8C-B07EFDB69B67}" srcOrd="5" destOrd="0" presId="urn:microsoft.com/office/officeart/2018/2/layout/IconLabelList"/>
    <dgm:cxn modelId="{9E5BCA14-D9B0-48B9-AAE8-712C431051A2}" type="presParOf" srcId="{60557095-DF52-4AA9-9873-197ED0221B08}" destId="{3A79DC1C-4176-468C-9FAC-255EB3D98148}" srcOrd="6" destOrd="0" presId="urn:microsoft.com/office/officeart/2018/2/layout/IconLabelList"/>
    <dgm:cxn modelId="{70FDEA5F-827D-4958-AB3D-F60E4E0C9276}" type="presParOf" srcId="{3A79DC1C-4176-468C-9FAC-255EB3D98148}" destId="{F856A82F-96B1-484E-86F1-4F5F4585AC87}" srcOrd="0" destOrd="0" presId="urn:microsoft.com/office/officeart/2018/2/layout/IconLabelList"/>
    <dgm:cxn modelId="{197D1841-C7F5-4FB1-BB39-1EEFCD0EFF33}" type="presParOf" srcId="{3A79DC1C-4176-468C-9FAC-255EB3D98148}" destId="{73761D5B-8E03-42C1-90FF-DD8BD01A4D6D}" srcOrd="1" destOrd="0" presId="urn:microsoft.com/office/officeart/2018/2/layout/IconLabelList"/>
    <dgm:cxn modelId="{7EDCB6FF-D358-457B-97DD-10B1DAD05DCD}" type="presParOf" srcId="{3A79DC1C-4176-468C-9FAC-255EB3D98148}" destId="{DF2AAC35-7B17-4323-B23B-A54DF407C070}" srcOrd="2" destOrd="0" presId="urn:microsoft.com/office/officeart/2018/2/layout/Icon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5BE7A7-A733-4D47-A0D5-D4254D726DF3}">
      <dsp:nvSpPr>
        <dsp:cNvPr id="0" name=""/>
        <dsp:cNvSpPr/>
      </dsp:nvSpPr>
      <dsp:spPr>
        <a:xfrm>
          <a:off x="701439" y="272538"/>
          <a:ext cx="711123" cy="7111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845DE-1D89-446C-BD56-6484CD7F9C65}">
      <dsp:nvSpPr>
        <dsp:cNvPr id="0" name=""/>
        <dsp:cNvSpPr/>
      </dsp:nvSpPr>
      <dsp:spPr>
        <a:xfrm>
          <a:off x="266863" y="1230930"/>
          <a:ext cx="1580273" cy="63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Collecte hygiénique et tri à la source des déchets</a:t>
          </a:r>
        </a:p>
      </dsp:txBody>
      <dsp:txXfrm>
        <a:off x="266863" y="1230930"/>
        <a:ext cx="1580273" cy="632109"/>
      </dsp:txXfrm>
    </dsp:sp>
    <dsp:sp modelId="{E534E312-2950-41CD-AB21-0A41514E2357}">
      <dsp:nvSpPr>
        <dsp:cNvPr id="0" name=""/>
        <dsp:cNvSpPr/>
      </dsp:nvSpPr>
      <dsp:spPr>
        <a:xfrm>
          <a:off x="2558260" y="272538"/>
          <a:ext cx="711123" cy="7111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984231-4B5B-4960-A8D4-54E91027A615}">
      <dsp:nvSpPr>
        <dsp:cNvPr id="0" name=""/>
        <dsp:cNvSpPr/>
      </dsp:nvSpPr>
      <dsp:spPr>
        <a:xfrm>
          <a:off x="2123685" y="1230930"/>
          <a:ext cx="1580273" cy="63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Recyclage, valorisation et monétisation des déchets triés</a:t>
          </a:r>
        </a:p>
      </dsp:txBody>
      <dsp:txXfrm>
        <a:off x="2123685" y="1230930"/>
        <a:ext cx="1580273" cy="632109"/>
      </dsp:txXfrm>
    </dsp:sp>
    <dsp:sp modelId="{AFC2A59A-1F76-42A3-B920-266143D1D225}">
      <dsp:nvSpPr>
        <dsp:cNvPr id="0" name=""/>
        <dsp:cNvSpPr/>
      </dsp:nvSpPr>
      <dsp:spPr>
        <a:xfrm>
          <a:off x="4415081" y="272538"/>
          <a:ext cx="711123" cy="7111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8C3DB-0EBF-4359-A96F-E984213A9021}">
      <dsp:nvSpPr>
        <dsp:cNvPr id="0" name=""/>
        <dsp:cNvSpPr/>
      </dsp:nvSpPr>
      <dsp:spPr>
        <a:xfrm>
          <a:off x="3980506" y="1230930"/>
          <a:ext cx="1580273" cy="63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Adoption d’attitudes éco- responsables</a:t>
          </a:r>
        </a:p>
      </dsp:txBody>
      <dsp:txXfrm>
        <a:off x="3980506" y="1230930"/>
        <a:ext cx="1580273" cy="632109"/>
      </dsp:txXfrm>
    </dsp:sp>
    <dsp:sp modelId="{0D895424-0475-4AE6-A42C-5FBBA9269464}">
      <dsp:nvSpPr>
        <dsp:cNvPr id="0" name=""/>
        <dsp:cNvSpPr/>
      </dsp:nvSpPr>
      <dsp:spPr>
        <a:xfrm>
          <a:off x="2558260" y="2258108"/>
          <a:ext cx="711123" cy="7111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3FC07-6D67-445D-A88F-65ED7D77B5E0}">
      <dsp:nvSpPr>
        <dsp:cNvPr id="0" name=""/>
        <dsp:cNvSpPr/>
      </dsp:nvSpPr>
      <dsp:spPr>
        <a:xfrm>
          <a:off x="2123685" y="3216500"/>
          <a:ext cx="1580273" cy="632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Gestion</a:t>
          </a:r>
          <a:r>
            <a:rPr lang="fr-FR" sz="1400" kern="1200" baseline="0" noProof="0" dirty="0"/>
            <a:t> efficace des déchets </a:t>
          </a:r>
          <a:endParaRPr lang="fr-FR" sz="1400" kern="1200" noProof="0" dirty="0"/>
        </a:p>
      </dsp:txBody>
      <dsp:txXfrm>
        <a:off x="2123685" y="3216500"/>
        <a:ext cx="1580273" cy="6321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8E146-C26D-4966-B9BE-6B499736EE9C}">
      <dsp:nvSpPr>
        <dsp:cNvPr id="0" name=""/>
        <dsp:cNvSpPr/>
      </dsp:nvSpPr>
      <dsp:spPr>
        <a:xfrm>
          <a:off x="1103972" y="409662"/>
          <a:ext cx="544218" cy="5442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22A01-F23D-46C2-83E3-B87C25ED886D}">
      <dsp:nvSpPr>
        <dsp:cNvPr id="0" name=""/>
        <dsp:cNvSpPr/>
      </dsp:nvSpPr>
      <dsp:spPr>
        <a:xfrm>
          <a:off x="363175" y="1068630"/>
          <a:ext cx="2025811" cy="830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1</a:t>
          </a:r>
          <a:r>
            <a:rPr lang="fr-FR" sz="1400" b="1" kern="1200" noProof="0" dirty="0"/>
            <a:t>. Particuliers et entreprises</a:t>
          </a:r>
          <a:r>
            <a:rPr lang="fr-FR" sz="1400" kern="1200" noProof="0" dirty="0"/>
            <a:t>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 Ménages, PME, commerçant, banques </a:t>
          </a:r>
        </a:p>
      </dsp:txBody>
      <dsp:txXfrm>
        <a:off x="363175" y="1068630"/>
        <a:ext cx="2025811" cy="830827"/>
      </dsp:txXfrm>
    </dsp:sp>
    <dsp:sp modelId="{60D798BE-7ABD-42EE-A892-B51831C1DE62}">
      <dsp:nvSpPr>
        <dsp:cNvPr id="0" name=""/>
        <dsp:cNvSpPr/>
      </dsp:nvSpPr>
      <dsp:spPr>
        <a:xfrm>
          <a:off x="3844204" y="419506"/>
          <a:ext cx="544218" cy="544218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B3DFA-9399-4122-A673-06A0D9831EC2}">
      <dsp:nvSpPr>
        <dsp:cNvPr id="0" name=""/>
        <dsp:cNvSpPr/>
      </dsp:nvSpPr>
      <dsp:spPr>
        <a:xfrm>
          <a:off x="2600628" y="1098162"/>
          <a:ext cx="3031371" cy="7914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2</a:t>
          </a:r>
          <a:r>
            <a:rPr lang="fr-FR" sz="1400" b="1" kern="1200" noProof="0" dirty="0"/>
            <a:t>. Entreprises de collectes de déchets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ECOTISA, ECO-EBURNIE, Ivoire maintenance… </a:t>
          </a:r>
        </a:p>
      </dsp:txBody>
      <dsp:txXfrm>
        <a:off x="2600628" y="1098162"/>
        <a:ext cx="3031371" cy="791451"/>
      </dsp:txXfrm>
    </dsp:sp>
    <dsp:sp modelId="{D9E93A51-1B2F-407B-AEA3-FC762140BA31}">
      <dsp:nvSpPr>
        <dsp:cNvPr id="0" name=""/>
        <dsp:cNvSpPr/>
      </dsp:nvSpPr>
      <dsp:spPr>
        <a:xfrm>
          <a:off x="6608466" y="323496"/>
          <a:ext cx="544218" cy="5442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BEF46-8AA1-40D3-A1E2-87C820CDE8DB}">
      <dsp:nvSpPr>
        <dsp:cNvPr id="0" name=""/>
        <dsp:cNvSpPr/>
      </dsp:nvSpPr>
      <dsp:spPr>
        <a:xfrm>
          <a:off x="5830179" y="1261669"/>
          <a:ext cx="2073872" cy="1175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3</a:t>
          </a:r>
          <a:r>
            <a:rPr lang="fr-FR" sz="1400" b="1" kern="1200" noProof="0" dirty="0"/>
            <a:t>. Mairie et collectivités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Mairie, conseils régionaux… </a:t>
          </a:r>
        </a:p>
      </dsp:txBody>
      <dsp:txXfrm>
        <a:off x="5830179" y="1261669"/>
        <a:ext cx="2073872" cy="1175492"/>
      </dsp:txXfrm>
    </dsp:sp>
    <dsp:sp modelId="{144D63C5-A62C-4352-9E78-6D5EEF6460FC}">
      <dsp:nvSpPr>
        <dsp:cNvPr id="0" name=""/>
        <dsp:cNvSpPr/>
      </dsp:nvSpPr>
      <dsp:spPr>
        <a:xfrm>
          <a:off x="3434448" y="2209502"/>
          <a:ext cx="544218" cy="5442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00155-293D-447B-8084-BF481F95149D}">
      <dsp:nvSpPr>
        <dsp:cNvPr id="0" name=""/>
        <dsp:cNvSpPr/>
      </dsp:nvSpPr>
      <dsp:spPr>
        <a:xfrm>
          <a:off x="2654312" y="2921453"/>
          <a:ext cx="3124420" cy="12767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4.</a:t>
          </a:r>
          <a:r>
            <a:rPr lang="fr-FR" sz="1400" b="1" kern="1200" noProof="0" dirty="0"/>
            <a:t>Entreprises de Facility, HOTEL et école, Industriels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 IFM , challenges CI,, ALPHAMEAD, ONOMO HOTEL, NOOM HOTEL, SEEN HOTEL…</a:t>
          </a:r>
        </a:p>
      </dsp:txBody>
      <dsp:txXfrm>
        <a:off x="2654312" y="2921453"/>
        <a:ext cx="3124420" cy="12767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0E9B82-BB1B-47AA-A501-A53025604C58}">
      <dsp:nvSpPr>
        <dsp:cNvPr id="0" name=""/>
        <dsp:cNvSpPr/>
      </dsp:nvSpPr>
      <dsp:spPr>
        <a:xfrm>
          <a:off x="3396616" y="853469"/>
          <a:ext cx="6569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695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 noProof="0" dirty="0"/>
        </a:p>
      </dsp:txBody>
      <dsp:txXfrm>
        <a:off x="3707905" y="895751"/>
        <a:ext cx="34377" cy="6875"/>
      </dsp:txXfrm>
    </dsp:sp>
    <dsp:sp modelId="{4107AFEA-0F5B-4C61-ACBA-F8D962445057}">
      <dsp:nvSpPr>
        <dsp:cNvPr id="0" name=""/>
        <dsp:cNvSpPr/>
      </dsp:nvSpPr>
      <dsp:spPr>
        <a:xfrm>
          <a:off x="409046" y="2378"/>
          <a:ext cx="2989370" cy="17936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482" tIns="153758" rIns="146482" bIns="15375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noProof="0" dirty="0"/>
            <a:t>1. Vente directe des unités :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noProof="0" dirty="0"/>
            <a:t>Prix de vente estimée en fonction du modèle capacité et fonctionnalités</a:t>
          </a:r>
        </a:p>
      </dsp:txBody>
      <dsp:txXfrm>
        <a:off x="409046" y="2378"/>
        <a:ext cx="2989370" cy="1793622"/>
      </dsp:txXfrm>
    </dsp:sp>
    <dsp:sp modelId="{CEAED8D7-2DA8-4C76-9E9B-D8977340E97F}">
      <dsp:nvSpPr>
        <dsp:cNvPr id="0" name=""/>
        <dsp:cNvSpPr/>
      </dsp:nvSpPr>
      <dsp:spPr>
        <a:xfrm>
          <a:off x="1903731" y="1794200"/>
          <a:ext cx="3676925" cy="656955"/>
        </a:xfrm>
        <a:custGeom>
          <a:avLst/>
          <a:gdLst/>
          <a:ahLst/>
          <a:cxnLst/>
          <a:rect l="0" t="0" r="0" b="0"/>
          <a:pathLst>
            <a:path>
              <a:moveTo>
                <a:pt x="3676925" y="0"/>
              </a:moveTo>
              <a:lnTo>
                <a:pt x="3676925" y="345577"/>
              </a:lnTo>
              <a:lnTo>
                <a:pt x="0" y="345577"/>
              </a:lnTo>
              <a:lnTo>
                <a:pt x="0" y="65695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 noProof="0" dirty="0"/>
        </a:p>
      </dsp:txBody>
      <dsp:txXfrm>
        <a:off x="3648678" y="2119240"/>
        <a:ext cx="187032" cy="6875"/>
      </dsp:txXfrm>
    </dsp:sp>
    <dsp:sp modelId="{6ADB7640-9CC7-40A5-AF98-B5B6B4EB074A}">
      <dsp:nvSpPr>
        <dsp:cNvPr id="0" name=""/>
        <dsp:cNvSpPr/>
      </dsp:nvSpPr>
      <dsp:spPr>
        <a:xfrm>
          <a:off x="4085972" y="2378"/>
          <a:ext cx="2989370" cy="17936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482" tIns="153758" rIns="146482" bIns="15375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noProof="0" dirty="0"/>
            <a:t>2. Services associés : 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noProof="0" dirty="0"/>
            <a:t>Commission sur vente des déchets vendus par les particuliers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kern="1200" noProof="0" dirty="0"/>
            <a:t>Contrats de maintenance périodique : </a:t>
          </a:r>
          <a:r>
            <a:rPr lang="fr-FR" sz="1300" b="1" kern="1200" noProof="0" dirty="0"/>
            <a:t>15000 XOF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noProof="0" dirty="0"/>
            <a:t> </a:t>
          </a:r>
          <a:r>
            <a:rPr lang="fr-FR" sz="1300" b="0" kern="1200" noProof="0" dirty="0"/>
            <a:t>Conseils et consultance auprès des entreprises sur la gestion des déchets</a:t>
          </a:r>
          <a:r>
            <a:rPr lang="fr-FR" sz="1300" kern="1200" noProof="0" dirty="0"/>
            <a:t> </a:t>
          </a:r>
          <a:endParaRPr lang="fr-FR" sz="1300" b="1" kern="1200" noProof="0" dirty="0"/>
        </a:p>
      </dsp:txBody>
      <dsp:txXfrm>
        <a:off x="4085972" y="2378"/>
        <a:ext cx="2989370" cy="1793622"/>
      </dsp:txXfrm>
    </dsp:sp>
    <dsp:sp modelId="{A0333817-EB3E-4D68-840E-8FBA9E3F9BC3}">
      <dsp:nvSpPr>
        <dsp:cNvPr id="0" name=""/>
        <dsp:cNvSpPr/>
      </dsp:nvSpPr>
      <dsp:spPr>
        <a:xfrm>
          <a:off x="409046" y="2483555"/>
          <a:ext cx="2989370" cy="179362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482" tIns="153758" rIns="146482" bIns="15375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noProof="0" dirty="0"/>
            <a:t>3. Partenariats et subventions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1" kern="1200" noProof="0" dirty="0"/>
            <a:t> </a:t>
          </a:r>
          <a:r>
            <a:rPr lang="fr-FR" sz="1300" b="0" kern="1200" noProof="0" dirty="0"/>
            <a:t>Collaboration avec les municipalités pour équiper les rues (achat en lots).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kern="1200" noProof="0" dirty="0"/>
            <a:t>Conseils et consultance auprès des entreprises sur la gestion des déchets</a:t>
          </a:r>
          <a:r>
            <a:rPr lang="fr-FR" sz="1300" kern="1200" noProof="0" dirty="0"/>
            <a:t> </a:t>
          </a:r>
          <a:endParaRPr lang="fr-FR" sz="1300" b="0" kern="1200" noProof="0" dirty="0"/>
        </a:p>
      </dsp:txBody>
      <dsp:txXfrm>
        <a:off x="409046" y="2483555"/>
        <a:ext cx="2989370" cy="17936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33D61-FBFB-4714-99D0-0265CCF47534}">
      <dsp:nvSpPr>
        <dsp:cNvPr id="0" name=""/>
        <dsp:cNvSpPr/>
      </dsp:nvSpPr>
      <dsp:spPr>
        <a:xfrm>
          <a:off x="143265" y="694167"/>
          <a:ext cx="716697" cy="7166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0FB01-E5BD-464A-8A82-2246F9F487AA}">
      <dsp:nvSpPr>
        <dsp:cNvPr id="0" name=""/>
        <dsp:cNvSpPr/>
      </dsp:nvSpPr>
      <dsp:spPr>
        <a:xfrm>
          <a:off x="293771" y="844674"/>
          <a:ext cx="415684" cy="4156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1956D-75A1-4A5E-9659-CAB3BA96EFB1}">
      <dsp:nvSpPr>
        <dsp:cNvPr id="0" name=""/>
        <dsp:cNvSpPr/>
      </dsp:nvSpPr>
      <dsp:spPr>
        <a:xfrm>
          <a:off x="1013541" y="694167"/>
          <a:ext cx="1689358" cy="716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Coût de fabrication : Capteurs, plateforme Web, </a:t>
          </a:r>
          <a:r>
            <a:rPr lang="fr-FR" sz="1400" kern="1200" noProof="0" dirty="0" err="1"/>
            <a:t>Mockup</a:t>
          </a:r>
          <a:r>
            <a:rPr lang="fr-FR" sz="1400" kern="1200" noProof="0" dirty="0"/>
            <a:t>, impression et Assemblage</a:t>
          </a:r>
        </a:p>
      </dsp:txBody>
      <dsp:txXfrm>
        <a:off x="1013541" y="694167"/>
        <a:ext cx="1689358" cy="716697"/>
      </dsp:txXfrm>
    </dsp:sp>
    <dsp:sp modelId="{92EAFD83-190D-4411-A142-6230EF3196C5}">
      <dsp:nvSpPr>
        <dsp:cNvPr id="0" name=""/>
        <dsp:cNvSpPr/>
      </dsp:nvSpPr>
      <dsp:spPr>
        <a:xfrm>
          <a:off x="2997257" y="694167"/>
          <a:ext cx="716697" cy="7166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6380B4-BAF0-451F-91C3-1DF06CB0B108}">
      <dsp:nvSpPr>
        <dsp:cNvPr id="0" name=""/>
        <dsp:cNvSpPr/>
      </dsp:nvSpPr>
      <dsp:spPr>
        <a:xfrm>
          <a:off x="3147764" y="844674"/>
          <a:ext cx="415684" cy="4156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A0536-B212-4B7D-9CAF-DEAE5F984A18}">
      <dsp:nvSpPr>
        <dsp:cNvPr id="0" name=""/>
        <dsp:cNvSpPr/>
      </dsp:nvSpPr>
      <dsp:spPr>
        <a:xfrm>
          <a:off x="3867533" y="694167"/>
          <a:ext cx="1689358" cy="716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Marketing et distribution : Campagne commerciale et marketing, Transport, coût d’exportation</a:t>
          </a:r>
        </a:p>
      </dsp:txBody>
      <dsp:txXfrm>
        <a:off x="3867533" y="694167"/>
        <a:ext cx="1689358" cy="716697"/>
      </dsp:txXfrm>
    </dsp:sp>
    <dsp:sp modelId="{6D643B5D-5A5D-4AAA-9BB7-FC77D6EE3661}">
      <dsp:nvSpPr>
        <dsp:cNvPr id="0" name=""/>
        <dsp:cNvSpPr/>
      </dsp:nvSpPr>
      <dsp:spPr>
        <a:xfrm>
          <a:off x="5851250" y="694167"/>
          <a:ext cx="716697" cy="7166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C2170D-4203-4A52-8CF9-EE0C12CAA3BF}">
      <dsp:nvSpPr>
        <dsp:cNvPr id="0" name=""/>
        <dsp:cNvSpPr/>
      </dsp:nvSpPr>
      <dsp:spPr>
        <a:xfrm>
          <a:off x="6001756" y="844674"/>
          <a:ext cx="415684" cy="4156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9D270D-A8DA-468E-8BBF-205BF57AE34A}">
      <dsp:nvSpPr>
        <dsp:cNvPr id="0" name=""/>
        <dsp:cNvSpPr/>
      </dsp:nvSpPr>
      <dsp:spPr>
        <a:xfrm>
          <a:off x="6721525" y="694167"/>
          <a:ext cx="1689358" cy="716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Recherche et développement</a:t>
          </a:r>
        </a:p>
      </dsp:txBody>
      <dsp:txXfrm>
        <a:off x="6721525" y="694167"/>
        <a:ext cx="1689358" cy="716697"/>
      </dsp:txXfrm>
    </dsp:sp>
    <dsp:sp modelId="{091DE936-C4F8-4062-B5EC-5D3737EB5AF5}">
      <dsp:nvSpPr>
        <dsp:cNvPr id="0" name=""/>
        <dsp:cNvSpPr/>
      </dsp:nvSpPr>
      <dsp:spPr>
        <a:xfrm>
          <a:off x="143265" y="1988810"/>
          <a:ext cx="716697" cy="7166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81FFD-A00F-4470-823C-8F8102A49897}">
      <dsp:nvSpPr>
        <dsp:cNvPr id="0" name=""/>
        <dsp:cNvSpPr/>
      </dsp:nvSpPr>
      <dsp:spPr>
        <a:xfrm>
          <a:off x="293771" y="2139316"/>
          <a:ext cx="415684" cy="4156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B96E6-ECAC-46FF-A4FF-C0ADAFD54859}">
      <dsp:nvSpPr>
        <dsp:cNvPr id="0" name=""/>
        <dsp:cNvSpPr/>
      </dsp:nvSpPr>
      <dsp:spPr>
        <a:xfrm>
          <a:off x="1013541" y="1988810"/>
          <a:ext cx="1689358" cy="716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Charge fixe : Loyer, internet, salaire équipe.</a:t>
          </a:r>
        </a:p>
      </dsp:txBody>
      <dsp:txXfrm>
        <a:off x="1013541" y="1988810"/>
        <a:ext cx="1689358" cy="716697"/>
      </dsp:txXfrm>
    </dsp:sp>
    <dsp:sp modelId="{7DC81EB8-9EB6-400C-8A47-2A6FF37B05DD}">
      <dsp:nvSpPr>
        <dsp:cNvPr id="0" name=""/>
        <dsp:cNvSpPr/>
      </dsp:nvSpPr>
      <dsp:spPr>
        <a:xfrm>
          <a:off x="2997257" y="1988810"/>
          <a:ext cx="716697" cy="71669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FFC30-EAAE-42AC-A5E8-7B3F06043AA0}">
      <dsp:nvSpPr>
        <dsp:cNvPr id="0" name=""/>
        <dsp:cNvSpPr/>
      </dsp:nvSpPr>
      <dsp:spPr>
        <a:xfrm>
          <a:off x="3147764" y="2139316"/>
          <a:ext cx="415684" cy="41568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49118-BF2A-4EBF-BA83-73C31BCB19FF}">
      <dsp:nvSpPr>
        <dsp:cNvPr id="0" name=""/>
        <dsp:cNvSpPr/>
      </dsp:nvSpPr>
      <dsp:spPr>
        <a:xfrm>
          <a:off x="3867533" y="1988810"/>
          <a:ext cx="1689358" cy="716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Coût de maintenance, Mise à jour des équipements </a:t>
          </a:r>
        </a:p>
      </dsp:txBody>
      <dsp:txXfrm>
        <a:off x="3867533" y="1988810"/>
        <a:ext cx="1689358" cy="7166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8E146-C26D-4966-B9BE-6B499736EE9C}">
      <dsp:nvSpPr>
        <dsp:cNvPr id="0" name=""/>
        <dsp:cNvSpPr/>
      </dsp:nvSpPr>
      <dsp:spPr>
        <a:xfrm>
          <a:off x="2016883" y="860329"/>
          <a:ext cx="726943" cy="7269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22A01-F23D-46C2-83E3-B87C25ED886D}">
      <dsp:nvSpPr>
        <dsp:cNvPr id="0" name=""/>
        <dsp:cNvSpPr/>
      </dsp:nvSpPr>
      <dsp:spPr>
        <a:xfrm>
          <a:off x="521471" y="1858433"/>
          <a:ext cx="3717766" cy="199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1</a:t>
          </a:r>
          <a:r>
            <a:rPr lang="fr-FR" sz="1400" b="1" kern="1200" noProof="0" dirty="0"/>
            <a:t>. </a:t>
          </a:r>
          <a:r>
            <a:rPr lang="fr-FR" sz="1400" kern="1200" noProof="0" dirty="0"/>
            <a:t>Tableau de bord de visualisation des états de chaque capteur en temps réel</a:t>
          </a:r>
        </a:p>
      </dsp:txBody>
      <dsp:txXfrm>
        <a:off x="521471" y="1858433"/>
        <a:ext cx="3717766" cy="199312"/>
      </dsp:txXfrm>
    </dsp:sp>
    <dsp:sp modelId="{60D798BE-7ABD-42EE-A892-B51831C1DE62}">
      <dsp:nvSpPr>
        <dsp:cNvPr id="0" name=""/>
        <dsp:cNvSpPr/>
      </dsp:nvSpPr>
      <dsp:spPr>
        <a:xfrm>
          <a:off x="5200725" y="873186"/>
          <a:ext cx="726943" cy="7269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B3DFA-9399-4122-A673-06A0D9831EC2}">
      <dsp:nvSpPr>
        <dsp:cNvPr id="0" name=""/>
        <dsp:cNvSpPr/>
      </dsp:nvSpPr>
      <dsp:spPr>
        <a:xfrm>
          <a:off x="4521938" y="1897006"/>
          <a:ext cx="2084518" cy="147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2</a:t>
          </a:r>
          <a:r>
            <a:rPr lang="fr-FR" sz="1400" b="1" kern="1200" noProof="0" dirty="0"/>
            <a:t>. </a:t>
          </a:r>
          <a:r>
            <a:rPr lang="fr-FR" sz="1400" kern="1200" noProof="0" dirty="0"/>
            <a:t>Maintenance à distance par mise à jour </a:t>
          </a:r>
          <a:r>
            <a:rPr lang="fr-FR" sz="1400" kern="1200" noProof="0" dirty="0" err="1"/>
            <a:t>Firmware</a:t>
          </a:r>
          <a:r>
            <a:rPr lang="fr-FR" sz="1400" kern="1200" noProof="0" dirty="0"/>
            <a:t> en ligne</a:t>
          </a:r>
          <a:endParaRPr lang="fr-FR" sz="1400" b="0" kern="1200" noProof="0" dirty="0"/>
        </a:p>
      </dsp:txBody>
      <dsp:txXfrm>
        <a:off x="4521938" y="1897006"/>
        <a:ext cx="2084518" cy="147881"/>
      </dsp:txXfrm>
    </dsp:sp>
    <dsp:sp modelId="{D9E93A51-1B2F-407B-AEA3-FC762140BA31}">
      <dsp:nvSpPr>
        <dsp:cNvPr id="0" name=""/>
        <dsp:cNvSpPr/>
      </dsp:nvSpPr>
      <dsp:spPr>
        <a:xfrm>
          <a:off x="1180397" y="2461603"/>
          <a:ext cx="726943" cy="7269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BEF46-8AA1-40D3-A1E2-87C820CDE8DB}">
      <dsp:nvSpPr>
        <dsp:cNvPr id="0" name=""/>
        <dsp:cNvSpPr/>
      </dsp:nvSpPr>
      <dsp:spPr>
        <a:xfrm>
          <a:off x="536866" y="3459708"/>
          <a:ext cx="2014004" cy="199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3.Mise en mode Manuel et Alerte en cas de dysfonctionnement de l’</a:t>
          </a:r>
          <a:r>
            <a:rPr lang="fr-FR" sz="1400" kern="1200" noProof="0" dirty="0" err="1"/>
            <a:t>equipement</a:t>
          </a:r>
          <a:endParaRPr lang="fr-FR" sz="1400" b="0" kern="1200" noProof="0" dirty="0"/>
        </a:p>
      </dsp:txBody>
      <dsp:txXfrm>
        <a:off x="536866" y="3459708"/>
        <a:ext cx="2014004" cy="199312"/>
      </dsp:txXfrm>
    </dsp:sp>
    <dsp:sp modelId="{144D63C5-A62C-4352-9E78-6D5EEF6460FC}">
      <dsp:nvSpPr>
        <dsp:cNvPr id="0" name=""/>
        <dsp:cNvSpPr/>
      </dsp:nvSpPr>
      <dsp:spPr>
        <a:xfrm>
          <a:off x="4348844" y="2497404"/>
          <a:ext cx="726943" cy="7269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00155-293D-447B-8084-BF481F95149D}">
      <dsp:nvSpPr>
        <dsp:cNvPr id="0" name=""/>
        <dsp:cNvSpPr/>
      </dsp:nvSpPr>
      <dsp:spPr>
        <a:xfrm>
          <a:off x="2833571" y="3567111"/>
          <a:ext cx="3757489" cy="56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4.Sondages et enquêtes de satisfaction </a:t>
          </a:r>
        </a:p>
      </dsp:txBody>
      <dsp:txXfrm>
        <a:off x="2833571" y="3567111"/>
        <a:ext cx="3757489" cy="5610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8E146-C26D-4966-B9BE-6B499736EE9C}">
      <dsp:nvSpPr>
        <dsp:cNvPr id="0" name=""/>
        <dsp:cNvSpPr/>
      </dsp:nvSpPr>
      <dsp:spPr>
        <a:xfrm>
          <a:off x="2146384" y="366791"/>
          <a:ext cx="729316" cy="7293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22A01-F23D-46C2-83E3-B87C25ED886D}">
      <dsp:nvSpPr>
        <dsp:cNvPr id="0" name=""/>
        <dsp:cNvSpPr/>
      </dsp:nvSpPr>
      <dsp:spPr>
        <a:xfrm>
          <a:off x="646091" y="1435155"/>
          <a:ext cx="3729902" cy="1187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1</a:t>
          </a:r>
          <a:r>
            <a:rPr lang="fr-FR" sz="1400" b="1" kern="1200" noProof="0" dirty="0"/>
            <a:t>. Partenariats locaux et Soutien gouvernemental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Soutiens du gouvernement au travers de l’ANAGED et du ministère de l’environnement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Collaboration avec des municipalités, entreprises et ONG pour financer et déployer le projet.</a:t>
          </a:r>
          <a:endParaRPr lang="fr-FR" sz="1400" kern="1200" noProof="0" dirty="0"/>
        </a:p>
      </dsp:txBody>
      <dsp:txXfrm>
        <a:off x="646091" y="1435155"/>
        <a:ext cx="3729902" cy="1187654"/>
      </dsp:txXfrm>
    </dsp:sp>
    <dsp:sp modelId="{D9E93A51-1B2F-407B-AEA3-FC762140BA31}">
      <dsp:nvSpPr>
        <dsp:cNvPr id="0" name=""/>
        <dsp:cNvSpPr/>
      </dsp:nvSpPr>
      <dsp:spPr>
        <a:xfrm>
          <a:off x="6090652" y="532120"/>
          <a:ext cx="729316" cy="7293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BEF46-8AA1-40D3-A1E2-87C820CDE8DB}">
      <dsp:nvSpPr>
        <dsp:cNvPr id="0" name=""/>
        <dsp:cNvSpPr/>
      </dsp:nvSpPr>
      <dsp:spPr>
        <a:xfrm>
          <a:off x="5067045" y="1322743"/>
          <a:ext cx="2495283" cy="1187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3.</a:t>
          </a:r>
          <a:r>
            <a:rPr lang="fr-FR" sz="1400" b="1" kern="1200" noProof="0" dirty="0"/>
            <a:t>Collaborations</a:t>
          </a:r>
          <a:r>
            <a:rPr lang="fr-FR" sz="1400" b="0" kern="1200" noProof="0" dirty="0"/>
            <a:t> </a:t>
          </a:r>
          <a:endParaRPr lang="fr-FR" sz="1400" b="1" kern="1200" noProof="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collaborations avec les entreprises de recyclage COLIBA, CODIPLAST… </a:t>
          </a:r>
        </a:p>
      </dsp:txBody>
      <dsp:txXfrm>
        <a:off x="5067045" y="1322743"/>
        <a:ext cx="2495283" cy="1187654"/>
      </dsp:txXfrm>
    </dsp:sp>
    <dsp:sp modelId="{DED8225E-CA21-4005-938A-4096B6F571D1}">
      <dsp:nvSpPr>
        <dsp:cNvPr id="0" name=""/>
        <dsp:cNvSpPr/>
      </dsp:nvSpPr>
      <dsp:spPr>
        <a:xfrm>
          <a:off x="1887989" y="3449362"/>
          <a:ext cx="729316" cy="7293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F0E6C5-C94A-4F61-88E1-A3420626BB2D}">
      <dsp:nvSpPr>
        <dsp:cNvPr id="0" name=""/>
        <dsp:cNvSpPr/>
      </dsp:nvSpPr>
      <dsp:spPr>
        <a:xfrm>
          <a:off x="1054346" y="4223867"/>
          <a:ext cx="2495283" cy="1187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kern="1200" noProof="0" dirty="0"/>
            <a:t>2</a:t>
          </a:r>
          <a:r>
            <a:rPr lang="fr-FR" sz="1300" b="1" kern="1200" noProof="0" dirty="0"/>
            <a:t>.Education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b="0" kern="1200" noProof="0" dirty="0"/>
            <a:t>Utiliser le projet pour promouvoir l’éducation environnementale dans les écoles et communautés</a:t>
          </a:r>
        </a:p>
      </dsp:txBody>
      <dsp:txXfrm>
        <a:off x="1054346" y="4223867"/>
        <a:ext cx="2495283" cy="1187654"/>
      </dsp:txXfrm>
    </dsp:sp>
    <dsp:sp modelId="{F856A82F-96B1-484E-86F1-4F5F4585AC87}">
      <dsp:nvSpPr>
        <dsp:cNvPr id="0" name=""/>
        <dsp:cNvSpPr/>
      </dsp:nvSpPr>
      <dsp:spPr>
        <a:xfrm>
          <a:off x="5852616" y="3449369"/>
          <a:ext cx="729316" cy="7293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AAC35-7B17-4323-B23B-A54DF407C070}">
      <dsp:nvSpPr>
        <dsp:cNvPr id="0" name=""/>
        <dsp:cNvSpPr/>
      </dsp:nvSpPr>
      <dsp:spPr>
        <a:xfrm>
          <a:off x="4424501" y="4331790"/>
          <a:ext cx="3216398" cy="1187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noProof="0" dirty="0"/>
            <a:t>4.</a:t>
          </a:r>
          <a:r>
            <a:rPr lang="fr-FR" sz="1400" b="1" kern="1200" noProof="0" dirty="0"/>
            <a:t> Exportation régionale et Education environnementale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noProof="0" dirty="0"/>
            <a:t> Réplicabilité dans d'autres villes et pays africains partageant des problématiques similaires.</a:t>
          </a:r>
        </a:p>
      </dsp:txBody>
      <dsp:txXfrm>
        <a:off x="4424501" y="4331790"/>
        <a:ext cx="3216398" cy="1187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C44BD0-9A91-246A-2401-028E2BDBB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DF5B92-69F8-7878-2617-470799A41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9AC4D0-E6C2-9C23-273A-4941DB01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5F59C5-58FF-4447-BB71-C49A4C36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3727C2-EEBB-6CCA-1FCC-9392DA6A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9573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4C3552-3CD1-4B23-63B9-1919458B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677E45-F372-A9F7-449F-C60A8E45D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C37513-BD63-F3F5-4141-583A2D6AB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261597-96BE-D3D6-E9AC-0188F08F1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185016-59A9-A298-D9E1-6D107ED4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17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98B00D-E3DD-E75B-E3CF-62ED8611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9DD5D0-CF3A-02EA-BF84-79D7A3660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16058B-F5AB-4212-9958-3E7B8B144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AA22D7-C5BE-189C-0654-A78D059B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74B252-19DF-44E9-E85A-4988D237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85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2343C-0F00-53FE-0A7C-DB3B641C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915216-1E93-EBAC-9441-C464414DA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9466CF2-D759-72D2-08E3-A26D1672C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3EA04C-06E5-5226-BC41-81DF8FB8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21719F-4EF5-A153-0CED-964A22BE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74BAD3-2DF9-DC73-90B3-65F44314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153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F29FDD-9A73-A9F3-EFF7-0E9CB022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34117-CC06-C407-34FC-B605AA25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392AAB9-CB83-E19C-8A19-3B78AAC2F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7A06C9A-4DAB-5BEB-4C8B-CE08EA5D1A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BE062A-87ED-7D75-5DCB-416F02039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81A8DDC-8BC4-3085-165D-23D57709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61C24D-57BC-B72E-E37E-249A95FD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AC037F3-5590-B325-5BAF-82B1E2A6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82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3A3D99-013B-3C95-332D-FD57B389C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9021925-D167-8DF6-D35C-98581995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C8F77E-5AAE-7F26-7346-945E4F51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E861D7-1C94-DC80-2FA6-BFC735BB3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0650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A23F665-7126-6B93-9DFF-351560C95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DFB333-7E1B-5478-3EF5-E414D6B4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27E84F-3D79-5D82-E422-3AC309CD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14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9258E-7847-2788-EF23-F1ABD542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129777-F3D4-27D4-442E-10C3F1F73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EB3825-9E59-C4D5-1CD2-C7322DE51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9DD843-5120-1A84-F84B-32E8E7A6E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226A4E-21AC-65E1-A9A9-915C01D1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F1D6677-28DA-DBB9-29B9-06C75F17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19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B9E3C8-37B2-FC26-F109-CA93C4A9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7984F62-B3B8-2CCE-FC31-1EAF0BB46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483929-B85A-1E11-03E9-EEC254354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770BAC-D581-8009-A9FC-1DA70E11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8B0AE9-2704-DCCE-1B57-42AFE8C1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6D8AB1-C604-D1CE-EFF3-87995EE5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333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8BBE5-DA17-AA0F-D14E-144321B0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6B9B6FB-932F-DA38-5756-B4AA469CC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F6291D-5F31-1A7B-40E5-E8FAAC02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C84349-E696-6C52-E812-8AF9A888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6E3F60-D1AF-0DA8-FF5F-AFC8B013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102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2A3A0D-5212-A8C1-51B1-51A90D2AC2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E82C3E-F043-B15B-6A86-EAD43B4A2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66E220-6A99-C9D0-2FD1-588F99608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F1F21A-ED2C-2FBD-C43C-48DE952F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6ACBE8-4A3B-2C7B-36D7-9B37087C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18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FEA12BE-7884-8003-8E8B-5A519FF3D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282DA1-E090-7270-A5CE-F446E3C1F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A9D64E-6752-8F63-151B-5C88D8287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7C315-E2DA-441B-A826-71FEF1A983E3}" type="datetimeFigureOut">
              <a:rPr lang="fr-FR" smtClean="0"/>
              <a:t>21/01/2025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5558AB-BB8A-8120-AAA3-113387E26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644184-D438-F444-2C0F-61EC089AE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A8BC6-587E-4C73-8917-F20E95AA3E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1853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2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20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2.png"/><Relationship Id="rId5" Type="http://schemas.openxmlformats.org/officeDocument/2006/relationships/image" Target="../media/image5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6.jpeg"/><Relationship Id="rId5" Type="http://schemas.openxmlformats.org/officeDocument/2006/relationships/image" Target="../media/image61.png"/><Relationship Id="rId10" Type="http://schemas.openxmlformats.org/officeDocument/2006/relationships/image" Target="../media/image18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21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appareil de cuisine, intérieur, oranges, nourriture&#10;&#10;Description générée automatiquement">
            <a:extLst>
              <a:ext uri="{FF2B5EF4-FFF2-40B4-BE49-F238E27FC236}">
                <a16:creationId xmlns:a16="http://schemas.microsoft.com/office/drawing/2014/main" id="{1127E001-A4F3-24A2-B5B3-A1063F9C35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-2" b="53"/>
          <a:stretch/>
        </p:blipFill>
        <p:spPr>
          <a:xfrm>
            <a:off x="0" y="18298"/>
            <a:ext cx="12198588" cy="6857990"/>
          </a:xfrm>
          <a:prstGeom prst="rect">
            <a:avLst/>
          </a:prstGeom>
        </p:spPr>
      </p:pic>
      <p:pic>
        <p:nvPicPr>
          <p:cNvPr id="11" name="Image 10" descr="Une image contenant Graphique, graphisme, Police, dessin humoristique&#10;&#10;Description générée automatiquement">
            <a:extLst>
              <a:ext uri="{FF2B5EF4-FFF2-40B4-BE49-F238E27FC236}">
                <a16:creationId xmlns:a16="http://schemas.microsoft.com/office/drawing/2014/main" id="{8F9F0BA2-1C89-F91C-6BDA-D5C73F6AE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03" y="230646"/>
            <a:ext cx="1408988" cy="556003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718D7D82-4252-3261-1857-537BA7385C1B}"/>
              </a:ext>
            </a:extLst>
          </p:cNvPr>
          <p:cNvSpPr txBox="1">
            <a:spLocks/>
          </p:cNvSpPr>
          <p:nvPr/>
        </p:nvSpPr>
        <p:spPr>
          <a:xfrm>
            <a:off x="111722" y="3485659"/>
            <a:ext cx="4997101" cy="1168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>
              <a:spcAft>
                <a:spcPts val="600"/>
              </a:spcAft>
            </a:pPr>
            <a:r>
              <a:rPr lang="fr-FR" sz="3600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Poubelle intelligente et connecté Ecobin+</a:t>
            </a:r>
          </a:p>
        </p:txBody>
      </p:sp>
      <p:pic>
        <p:nvPicPr>
          <p:cNvPr id="14" name="Image 13" descr="Une image contenant Graphique, Police, graphisme, logo">
            <a:extLst>
              <a:ext uri="{FF2B5EF4-FFF2-40B4-BE49-F238E27FC236}">
                <a16:creationId xmlns:a16="http://schemas.microsoft.com/office/drawing/2014/main" id="{DC8D6BF6-33EA-99B6-D186-F950E482ED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7" t="21811" r="10913" b="23723"/>
          <a:stretch/>
        </p:blipFill>
        <p:spPr>
          <a:xfrm>
            <a:off x="323716" y="1796817"/>
            <a:ext cx="4315340" cy="1688842"/>
          </a:xfrm>
          <a:prstGeom prst="rect">
            <a:avLst/>
          </a:prstGeom>
        </p:spPr>
      </p:pic>
      <p:pic>
        <p:nvPicPr>
          <p:cNvPr id="16" name="Image 15" descr="Une image contenant Graphique, graphisme, capture d’écran, texte&#10;&#10;Description générée automatiquement">
            <a:extLst>
              <a:ext uri="{FF2B5EF4-FFF2-40B4-BE49-F238E27FC236}">
                <a16:creationId xmlns:a16="http://schemas.microsoft.com/office/drawing/2014/main" id="{08AFD2D9-08A0-E32A-E276-CF85E59DA0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28"/>
          <a:stretch/>
        </p:blipFill>
        <p:spPr>
          <a:xfrm>
            <a:off x="4639056" y="113318"/>
            <a:ext cx="7552944" cy="674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13A266F-8B15-2F73-419F-8F93D248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7301" y="2091859"/>
            <a:ext cx="3973385" cy="1651934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z="3200" b="1" noProof="0" dirty="0"/>
              <a:t>Pourquoi ça dans la rue?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DD901E-8F35-1A13-CE7B-AA006E36F6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6448"/>
          <a:stretch/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  <p:pic>
        <p:nvPicPr>
          <p:cNvPr id="9" name="Image 8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B063F28D-7D64-15E4-C78E-E22822B97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285" y="5835651"/>
            <a:ext cx="1812967" cy="102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8E438-98E5-95F3-3E49-791187F2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2050" name="Picture 2" descr="Le commerce de la ferraille à Kinshasa | Radio Okapi">
            <a:extLst>
              <a:ext uri="{FF2B5EF4-FFF2-40B4-BE49-F238E27FC236}">
                <a16:creationId xmlns:a16="http://schemas.microsoft.com/office/drawing/2014/main" id="{B6488045-3D70-E07A-5607-97B3BAE14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00"/>
          <a:stretch/>
        </p:blipFill>
        <p:spPr bwMode="auto">
          <a:xfrm>
            <a:off x="122225" y="837744"/>
            <a:ext cx="4899226" cy="4459247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2" name="Freeform: Shape 2061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pic>
        <p:nvPicPr>
          <p:cNvPr id="7" name="Image 6" descr="Une image contenant sol, Poubelle, plein air, gaz&#10;&#10;Description générée automatiquement">
            <a:extLst>
              <a:ext uri="{FF2B5EF4-FFF2-40B4-BE49-F238E27FC236}">
                <a16:creationId xmlns:a16="http://schemas.microsoft.com/office/drawing/2014/main" id="{890FCF4B-8060-CEEF-F2B1-9C9038B86E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69" r="-1" b="14857"/>
          <a:stretch/>
        </p:blipFill>
        <p:spPr>
          <a:xfrm>
            <a:off x="6707907" y="837745"/>
            <a:ext cx="5219694" cy="4459246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FBB16261-E969-72B6-53F8-0C530FBE21AF}"/>
              </a:ext>
            </a:extLst>
          </p:cNvPr>
          <p:cNvSpPr txBox="1">
            <a:spLocks/>
          </p:cNvSpPr>
          <p:nvPr/>
        </p:nvSpPr>
        <p:spPr>
          <a:xfrm>
            <a:off x="3277298" y="5837364"/>
            <a:ext cx="7153062" cy="59474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3200" b="1" noProof="0" dirty="0">
                <a:ea typeface="+mn-ea"/>
                <a:cs typeface="+mn-cs"/>
              </a:rPr>
              <a:t>Initiatives existantes pour reduire les déchets</a:t>
            </a:r>
          </a:p>
        </p:txBody>
      </p:sp>
      <p:sp>
        <p:nvSpPr>
          <p:cNvPr id="2064" name="Arc 2063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9" name="Image 8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1A2AEB10-CD28-6D5F-6C47-7393842EE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12967" cy="1022349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679087BF-94EF-83F3-4896-ABC823D1BE35}"/>
              </a:ext>
            </a:extLst>
          </p:cNvPr>
          <p:cNvSpPr txBox="1">
            <a:spLocks/>
          </p:cNvSpPr>
          <p:nvPr/>
        </p:nvSpPr>
        <p:spPr>
          <a:xfrm>
            <a:off x="1336431" y="4611681"/>
            <a:ext cx="2393861" cy="384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Recyclage de rue</a:t>
            </a: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531C6986-96C8-3AF9-2281-4DD5E1BB1E0C}"/>
              </a:ext>
            </a:extLst>
          </p:cNvPr>
          <p:cNvSpPr txBox="1">
            <a:spLocks/>
          </p:cNvSpPr>
          <p:nvPr/>
        </p:nvSpPr>
        <p:spPr>
          <a:xfrm>
            <a:off x="7684974" y="4611681"/>
            <a:ext cx="3914225" cy="384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b="1" noProof="0" dirty="0">
                <a:latin typeface="+mn-lt"/>
                <a:ea typeface="+mn-ea"/>
                <a:cs typeface="+mn-cs"/>
              </a:rPr>
              <a:t>Tris à l’aide de Pictogramme </a:t>
            </a:r>
          </a:p>
        </p:txBody>
      </p:sp>
    </p:spTree>
    <p:extLst>
      <p:ext uri="{BB962C8B-B14F-4D97-AF65-F5344CB8AC3E}">
        <p14:creationId xmlns:p14="http://schemas.microsoft.com/office/powerpoint/2010/main" val="344849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BF0F4E97-E194-4493-885A-6C7C34A44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 noProof="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AE12454-DFCC-37D0-C78C-3F33F76F66C5}"/>
              </a:ext>
            </a:extLst>
          </p:cNvPr>
          <p:cNvSpPr txBox="1">
            <a:spLocks/>
          </p:cNvSpPr>
          <p:nvPr/>
        </p:nvSpPr>
        <p:spPr>
          <a:xfrm>
            <a:off x="5526157" y="681037"/>
            <a:ext cx="3738868" cy="1195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Pourquoi choisir</a:t>
            </a:r>
          </a:p>
          <a:p>
            <a:pPr>
              <a:spcAft>
                <a:spcPts val="600"/>
              </a:spcAft>
            </a:pPr>
            <a:r>
              <a:rPr lang="fr-FR" sz="3200" b="1" noProof="0" dirty="0"/>
              <a:t> Ecobin+ ?</a:t>
            </a:r>
          </a:p>
        </p:txBody>
      </p:sp>
      <p:pic>
        <p:nvPicPr>
          <p:cNvPr id="6" name="Image 5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B043E080-62A0-A459-B0F5-1CCCC94E5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48" y="1791819"/>
            <a:ext cx="4045639" cy="2285785"/>
          </a:xfrm>
          <a:prstGeom prst="rect">
            <a:avLst/>
          </a:prstGeom>
        </p:spPr>
      </p:pic>
      <p:graphicFrame>
        <p:nvGraphicFramePr>
          <p:cNvPr id="11" name="Espace réservé du contenu 2">
            <a:extLst>
              <a:ext uri="{FF2B5EF4-FFF2-40B4-BE49-F238E27FC236}">
                <a16:creationId xmlns:a16="http://schemas.microsoft.com/office/drawing/2014/main" id="{7AA7D697-8CE6-3A4C-03B3-BF7CD317C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352124"/>
              </p:ext>
            </p:extLst>
          </p:nvPr>
        </p:nvGraphicFramePr>
        <p:xfrm>
          <a:off x="5526156" y="2055813"/>
          <a:ext cx="5827644" cy="4121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Image 12" descr="Une image contenant clipart, dessin humoristique, illustration&#10;&#10;Description générée automatiquement">
            <a:extLst>
              <a:ext uri="{FF2B5EF4-FFF2-40B4-BE49-F238E27FC236}">
                <a16:creationId xmlns:a16="http://schemas.microsoft.com/office/drawing/2014/main" id="{3244F9F7-BD77-25E9-EDA9-881109258B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" b="11004"/>
          <a:stretch/>
        </p:blipFill>
        <p:spPr>
          <a:xfrm>
            <a:off x="-3048" y="3891099"/>
            <a:ext cx="5680776" cy="296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8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A935CD41-4275-3CE8-9288-2641E1CAB5A1}"/>
              </a:ext>
            </a:extLst>
          </p:cNvPr>
          <p:cNvSpPr txBox="1">
            <a:spLocks/>
          </p:cNvSpPr>
          <p:nvPr/>
        </p:nvSpPr>
        <p:spPr>
          <a:xfrm>
            <a:off x="762000" y="1138036"/>
            <a:ext cx="3962400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Application Web et Mobile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re 1">
            <a:extLst>
              <a:ext uri="{FF2B5EF4-FFF2-40B4-BE49-F238E27FC236}">
                <a16:creationId xmlns:a16="http://schemas.microsoft.com/office/drawing/2014/main" id="{D86E5BB0-7BA1-5692-DA29-89B8EDF09125}"/>
              </a:ext>
            </a:extLst>
          </p:cNvPr>
          <p:cNvSpPr txBox="1">
            <a:spLocks/>
          </p:cNvSpPr>
          <p:nvPr/>
        </p:nvSpPr>
        <p:spPr>
          <a:xfrm>
            <a:off x="762001" y="2551176"/>
            <a:ext cx="3962400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Vendre ses déchets collectés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Mesurer son empreinte carbone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Conseil éco-responsable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Suivre en temps réel l’état de ses poubelles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B11B05-5E59-5B88-D8DB-0E975DEAE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727" y="0"/>
            <a:ext cx="6927273" cy="6876532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8F4CD00-0D99-DEBE-2F99-5AD8B56B4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492" y="127501"/>
            <a:ext cx="3549111" cy="6602997"/>
          </a:xfrm>
          <a:prstGeom prst="rect">
            <a:avLst/>
          </a:prstGeom>
        </p:spPr>
      </p:pic>
      <p:pic>
        <p:nvPicPr>
          <p:cNvPr id="11" name="Image 10" descr="Une image contenant dessin humoristique, illustration, art&#10;&#10;Description générée automatiquement">
            <a:extLst>
              <a:ext uri="{FF2B5EF4-FFF2-40B4-BE49-F238E27FC236}">
                <a16:creationId xmlns:a16="http://schemas.microsoft.com/office/drawing/2014/main" id="{3451E725-F483-F71C-8769-9CA3B45E5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10" y="4797585"/>
            <a:ext cx="2378538" cy="2378538"/>
          </a:xfrm>
          <a:prstGeom prst="rect">
            <a:avLst/>
          </a:prstGeom>
        </p:spPr>
      </p:pic>
      <p:pic>
        <p:nvPicPr>
          <p:cNvPr id="13" name="Image 12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BAC22C47-28E0-276C-E699-3C609DD43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781" y="5993992"/>
            <a:ext cx="1529219" cy="8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5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6078220A-A568-5EBD-1086-7E5B5F20D196}"/>
              </a:ext>
            </a:extLst>
          </p:cNvPr>
          <p:cNvSpPr txBox="1">
            <a:spLocks/>
          </p:cNvSpPr>
          <p:nvPr/>
        </p:nvSpPr>
        <p:spPr>
          <a:xfrm>
            <a:off x="762000" y="1138036"/>
            <a:ext cx="3962400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Poubelle intelligente et connectées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re 1">
            <a:extLst>
              <a:ext uri="{FF2B5EF4-FFF2-40B4-BE49-F238E27FC236}">
                <a16:creationId xmlns:a16="http://schemas.microsoft.com/office/drawing/2014/main" id="{F8C4AF8E-AC83-1275-35D9-40D3CE8A3765}"/>
              </a:ext>
            </a:extLst>
          </p:cNvPr>
          <p:cNvSpPr txBox="1">
            <a:spLocks/>
          </p:cNvSpPr>
          <p:nvPr/>
        </p:nvSpPr>
        <p:spPr>
          <a:xfrm>
            <a:off x="762001" y="2551176"/>
            <a:ext cx="3962400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Apprendre les Eco-gestes aux utilisateurs par le tri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Alerter l’utilisateur 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Conseil éco-responsable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Faire le tri Automatiquement par la reconnaissance d’image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B11B05-5E59-5B88-D8DB-0E975DEAE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727" y="0"/>
            <a:ext cx="6927273" cy="6876532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5" name="Image 4" descr="Une image contenant Électroménager, plante d’intérieur, plante, Poubelle&#10;&#10;Description générée automatiquement">
            <a:extLst>
              <a:ext uri="{FF2B5EF4-FFF2-40B4-BE49-F238E27FC236}">
                <a16:creationId xmlns:a16="http://schemas.microsoft.com/office/drawing/2014/main" id="{0F2BFB7E-E9F8-5422-4293-2B1B19B38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565" y="133836"/>
            <a:ext cx="3732808" cy="6514937"/>
          </a:xfrm>
          <a:prstGeom prst="rect">
            <a:avLst/>
          </a:prstGeom>
        </p:spPr>
      </p:pic>
      <p:pic>
        <p:nvPicPr>
          <p:cNvPr id="9" name="Image 8" descr="Une image contenant habits, chaussures, personne, dessin humoristique&#10;&#10;Description générée automatiquement">
            <a:extLst>
              <a:ext uri="{FF2B5EF4-FFF2-40B4-BE49-F238E27FC236}">
                <a16:creationId xmlns:a16="http://schemas.microsoft.com/office/drawing/2014/main" id="{259AB30F-B71D-4F44-B161-885A9C632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123" y="3913094"/>
            <a:ext cx="4839442" cy="3230327"/>
          </a:xfrm>
          <a:prstGeom prst="rect">
            <a:avLst/>
          </a:prstGeom>
        </p:spPr>
      </p:pic>
      <p:pic>
        <p:nvPicPr>
          <p:cNvPr id="13" name="Image 12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EA5EEFF7-F5D8-8B00-57A8-279EFC93E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0" y="6105514"/>
            <a:ext cx="1529219" cy="8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1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C57A8-D4BF-46AF-CAA8-82EFBE28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7C7DE2A1-08E0-7B3D-F4D4-BE2608F614BA}"/>
              </a:ext>
            </a:extLst>
          </p:cNvPr>
          <p:cNvSpPr txBox="1">
            <a:spLocks/>
          </p:cNvSpPr>
          <p:nvPr/>
        </p:nvSpPr>
        <p:spPr>
          <a:xfrm>
            <a:off x="7559852" y="1128094"/>
            <a:ext cx="3953975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Design Ergonomique et modulable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0278AE-C62A-3610-2127-E5F5BEDC2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4470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78854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 descr="Une image contenant texte, capture d’écran, signe, conception">
            <a:extLst>
              <a:ext uri="{FF2B5EF4-FFF2-40B4-BE49-F238E27FC236}">
                <a16:creationId xmlns:a16="http://schemas.microsoft.com/office/drawing/2014/main" id="{2356EDF0-4433-65A0-DA2F-24E238500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9" t="13229" r="56270" b="438"/>
          <a:stretch/>
        </p:blipFill>
        <p:spPr>
          <a:xfrm>
            <a:off x="358192" y="263471"/>
            <a:ext cx="5022727" cy="6291174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C0351661-E9EC-0789-1472-A42FA8ACF23A}"/>
              </a:ext>
            </a:extLst>
          </p:cNvPr>
          <p:cNvSpPr txBox="1">
            <a:spLocks/>
          </p:cNvSpPr>
          <p:nvPr/>
        </p:nvSpPr>
        <p:spPr>
          <a:xfrm>
            <a:off x="7559853" y="2543364"/>
            <a:ext cx="3953974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Intégration parfaite pour toute cas d’usage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Accessible à tous et personne Handicapées 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Possibilité d’avoir plusieurs Bac de collectes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+mn-lt"/>
                <a:ea typeface="+mn-ea"/>
                <a:cs typeface="+mn-cs"/>
              </a:rPr>
              <a:t>Tri Automatique pour utilisation industrielle et extérieures </a:t>
            </a:r>
          </a:p>
        </p:txBody>
      </p:sp>
      <p:pic>
        <p:nvPicPr>
          <p:cNvPr id="10" name="Image 9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9E6E6C4A-6666-A481-49EB-93DEBA69D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781" y="6122641"/>
            <a:ext cx="1529219" cy="864008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8D67FCF-5EBA-CC6D-940C-C7816B69EF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0" t="15479" r="11400" b="19968"/>
          <a:stretch/>
        </p:blipFill>
        <p:spPr>
          <a:xfrm>
            <a:off x="4086504" y="4950168"/>
            <a:ext cx="2588830" cy="186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28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80D07-8ABF-E5B4-DA20-D8AA14A7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A3DC9F8-DD33-B216-CCFE-23BD36003B81}"/>
              </a:ext>
            </a:extLst>
          </p:cNvPr>
          <p:cNvSpPr txBox="1">
            <a:spLocks/>
          </p:cNvSpPr>
          <p:nvPr/>
        </p:nvSpPr>
        <p:spPr>
          <a:xfrm>
            <a:off x="838201" y="757881"/>
            <a:ext cx="2180920" cy="62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Nos clients</a:t>
            </a:r>
          </a:p>
        </p:txBody>
      </p:sp>
      <p:graphicFrame>
        <p:nvGraphicFramePr>
          <p:cNvPr id="2" name="Espace réservé du contenu 2">
            <a:extLst>
              <a:ext uri="{FF2B5EF4-FFF2-40B4-BE49-F238E27FC236}">
                <a16:creationId xmlns:a16="http://schemas.microsoft.com/office/drawing/2014/main" id="{15AD13C3-0023-F61E-484C-89853E64F8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5447795"/>
              </p:ext>
            </p:extLst>
          </p:nvPr>
        </p:nvGraphicFramePr>
        <p:xfrm>
          <a:off x="580924" y="1583724"/>
          <a:ext cx="8280688" cy="4324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 4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7034F30E-2518-FBFD-125A-F9C56F4CE8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1" y="6068375"/>
            <a:ext cx="1529219" cy="864008"/>
          </a:xfrm>
          <a:prstGeom prst="rect">
            <a:avLst/>
          </a:prstGeom>
        </p:spPr>
      </p:pic>
      <p:pic>
        <p:nvPicPr>
          <p:cNvPr id="8" name="Image 7" descr="Une image contenant clipart, dessin humoristique, illustration&#10;&#10;Description générée automatiquement">
            <a:extLst>
              <a:ext uri="{FF2B5EF4-FFF2-40B4-BE49-F238E27FC236}">
                <a16:creationId xmlns:a16="http://schemas.microsoft.com/office/drawing/2014/main" id="{B36D8DAF-1B90-112A-0B99-0E73686602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664" y="3900803"/>
            <a:ext cx="58293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4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F1815-A3A5-058C-F3DE-DABD9A98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7CCAF316-6A04-C5FF-3D2D-8C65DF8E3D27}"/>
              </a:ext>
            </a:extLst>
          </p:cNvPr>
          <p:cNvSpPr txBox="1">
            <a:spLocks/>
          </p:cNvSpPr>
          <p:nvPr/>
        </p:nvSpPr>
        <p:spPr>
          <a:xfrm>
            <a:off x="913251" y="2743143"/>
            <a:ext cx="3131807" cy="10002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Ou acheter nos Poubelles?</a:t>
            </a:r>
          </a:p>
        </p:txBody>
      </p:sp>
      <p:pic>
        <p:nvPicPr>
          <p:cNvPr id="10" name="Image 9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7C893BFE-79AF-2988-C56F-640A945DC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70" y="5816927"/>
            <a:ext cx="1902264" cy="1074779"/>
          </a:xfrm>
          <a:prstGeom prst="rect">
            <a:avLst/>
          </a:prstGeom>
        </p:spPr>
      </p:pic>
      <p:pic>
        <p:nvPicPr>
          <p:cNvPr id="4" name="Image 3" descr="Une image contenant clipart, dessin humoristique, illustration&#10;&#10;Description générée automatiquement">
            <a:extLst>
              <a:ext uri="{FF2B5EF4-FFF2-40B4-BE49-F238E27FC236}">
                <a16:creationId xmlns:a16="http://schemas.microsoft.com/office/drawing/2014/main" id="{EA56F05C-626F-A571-90AB-1C93ECFCF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065" y="3917757"/>
            <a:ext cx="5829300" cy="3333750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6C2716B3-2CC6-1356-5AE2-7792D7B2EA81}"/>
              </a:ext>
            </a:extLst>
          </p:cNvPr>
          <p:cNvSpPr txBox="1">
            <a:spLocks/>
          </p:cNvSpPr>
          <p:nvPr/>
        </p:nvSpPr>
        <p:spPr>
          <a:xfrm>
            <a:off x="5848804" y="3623165"/>
            <a:ext cx="2304081" cy="5891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2000" noProof="0" dirty="0"/>
              <a:t>Scannez le QR et enregistrez-nous</a:t>
            </a:r>
          </a:p>
        </p:txBody>
      </p:sp>
      <p:pic>
        <p:nvPicPr>
          <p:cNvPr id="11" name="Image 10" descr="Une image contenant texte, capture d’écran, motif, monochrome&#10;&#10;Description générée automatiquement">
            <a:extLst>
              <a:ext uri="{FF2B5EF4-FFF2-40B4-BE49-F238E27FC236}">
                <a16:creationId xmlns:a16="http://schemas.microsoft.com/office/drawing/2014/main" id="{B69F232C-2E44-5968-D84A-1298950008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4" t="17627" r="17217" b="55028"/>
          <a:stretch/>
        </p:blipFill>
        <p:spPr>
          <a:xfrm>
            <a:off x="8454455" y="2959794"/>
            <a:ext cx="1970781" cy="1923102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CE000E22-BE4B-1814-7DC2-2C729F44E35C}"/>
              </a:ext>
            </a:extLst>
          </p:cNvPr>
          <p:cNvSpPr txBox="1">
            <a:spLocks/>
          </p:cNvSpPr>
          <p:nvPr/>
        </p:nvSpPr>
        <p:spPr>
          <a:xfrm>
            <a:off x="5774790" y="2153959"/>
            <a:ext cx="6133644" cy="5891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2000" noProof="0" dirty="0">
                <a:latin typeface="+mn-lt"/>
              </a:rPr>
              <a:t>Distributeurs Officiels : </a:t>
            </a:r>
            <a:r>
              <a:rPr lang="fr-FR" sz="2000" b="1" noProof="0" dirty="0">
                <a:latin typeface="+mn-lt"/>
              </a:rPr>
              <a:t>Techlab Eranove Academy</a:t>
            </a:r>
          </a:p>
        </p:txBody>
      </p:sp>
    </p:spTree>
    <p:extLst>
      <p:ext uri="{BB962C8B-B14F-4D97-AF65-F5344CB8AC3E}">
        <p14:creationId xmlns:p14="http://schemas.microsoft.com/office/powerpoint/2010/main" val="4155505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E7875-B0B9-886F-4118-C524AD7E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B53DC61-B444-AF17-BBBC-B3E2A218F5EC}"/>
              </a:ext>
            </a:extLst>
          </p:cNvPr>
          <p:cNvSpPr txBox="1">
            <a:spLocks/>
          </p:cNvSpPr>
          <p:nvPr/>
        </p:nvSpPr>
        <p:spPr>
          <a:xfrm>
            <a:off x="903975" y="2255767"/>
            <a:ext cx="2634753" cy="8193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Nos sources de revenus</a:t>
            </a:r>
          </a:p>
        </p:txBody>
      </p:sp>
      <p:graphicFrame>
        <p:nvGraphicFramePr>
          <p:cNvPr id="3" name="Espace réservé du contenu 2">
            <a:extLst>
              <a:ext uri="{FF2B5EF4-FFF2-40B4-BE49-F238E27FC236}">
                <a16:creationId xmlns:a16="http://schemas.microsoft.com/office/drawing/2014/main" id="{64218AD5-02E3-1993-937E-707A179A5E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4443605"/>
              </p:ext>
            </p:extLst>
          </p:nvPr>
        </p:nvGraphicFramePr>
        <p:xfrm>
          <a:off x="4704562" y="1289222"/>
          <a:ext cx="7484389" cy="4279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 12" descr="Une image contenant habits, chaussures, personne, dessin humoristique&#10;&#10;Description générée automatiquement">
            <a:extLst>
              <a:ext uri="{FF2B5EF4-FFF2-40B4-BE49-F238E27FC236}">
                <a16:creationId xmlns:a16="http://schemas.microsoft.com/office/drawing/2014/main" id="{6E124892-92FD-94FB-9CEC-8C56C09997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485" y="3782886"/>
            <a:ext cx="5190038" cy="3464351"/>
          </a:xfrm>
          <a:prstGeom prst="rect">
            <a:avLst/>
          </a:prstGeom>
        </p:spPr>
      </p:pic>
      <p:pic>
        <p:nvPicPr>
          <p:cNvPr id="14" name="Image 1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B59E4B18-B596-C20E-E074-B79CCC775B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70" y="5816927"/>
            <a:ext cx="1902264" cy="107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02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77F82-2BDE-F33C-4722-B0E3CD6D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341343E1-7E6A-C60F-9DBC-02EBA800353B}"/>
              </a:ext>
            </a:extLst>
          </p:cNvPr>
          <p:cNvSpPr txBox="1">
            <a:spLocks/>
          </p:cNvSpPr>
          <p:nvPr/>
        </p:nvSpPr>
        <p:spPr>
          <a:xfrm>
            <a:off x="913251" y="2696705"/>
            <a:ext cx="2248403" cy="10467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Où vont nos revenus?</a:t>
            </a:r>
          </a:p>
        </p:txBody>
      </p:sp>
      <p:pic>
        <p:nvPicPr>
          <p:cNvPr id="3" name="Image 2" descr="Une image contenant dessin humoristique, illustration, art&#10;&#10;Description générée automatiquement">
            <a:extLst>
              <a:ext uri="{FF2B5EF4-FFF2-40B4-BE49-F238E27FC236}">
                <a16:creationId xmlns:a16="http://schemas.microsoft.com/office/drawing/2014/main" id="{8F5C917D-7338-1675-E771-F5C37931E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63" y="3707837"/>
            <a:ext cx="3890005" cy="3890005"/>
          </a:xfrm>
          <a:prstGeom prst="rect">
            <a:avLst/>
          </a:prstGeom>
        </p:spPr>
      </p:pic>
      <p:graphicFrame>
        <p:nvGraphicFramePr>
          <p:cNvPr id="16" name="Titre 1">
            <a:extLst>
              <a:ext uri="{FF2B5EF4-FFF2-40B4-BE49-F238E27FC236}">
                <a16:creationId xmlns:a16="http://schemas.microsoft.com/office/drawing/2014/main" id="{AE442905-FE34-66B3-63C9-F9A900550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698390"/>
              </p:ext>
            </p:extLst>
          </p:nvPr>
        </p:nvGraphicFramePr>
        <p:xfrm>
          <a:off x="3637850" y="1729162"/>
          <a:ext cx="8554150" cy="3399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 4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8118D795-6860-EC0A-4834-7DF2D2E48F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170" y="5816927"/>
            <a:ext cx="1902264" cy="107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9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8484-57BC-3DEC-81F5-7C0EE462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ACD00720-4017-A771-55B0-BE436862A95B}"/>
              </a:ext>
            </a:extLst>
          </p:cNvPr>
          <p:cNvSpPr txBox="1">
            <a:spLocks/>
          </p:cNvSpPr>
          <p:nvPr/>
        </p:nvSpPr>
        <p:spPr>
          <a:xfrm>
            <a:off x="838201" y="337872"/>
            <a:ext cx="5981278" cy="1684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Système de</a:t>
            </a:r>
            <a:r>
              <a:rPr lang="fr-FR" sz="32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suivi de la performance</a:t>
            </a:r>
            <a:endParaRPr lang="fr-FR" sz="3200" b="1" noProof="0" dirty="0"/>
          </a:p>
        </p:txBody>
      </p:sp>
      <p:graphicFrame>
        <p:nvGraphicFramePr>
          <p:cNvPr id="2" name="Espace réservé du contenu 2">
            <a:extLst>
              <a:ext uri="{FF2B5EF4-FFF2-40B4-BE49-F238E27FC236}">
                <a16:creationId xmlns:a16="http://schemas.microsoft.com/office/drawing/2014/main" id="{38907BF1-24E7-87B7-1398-F723F20BCD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695005"/>
              </p:ext>
            </p:extLst>
          </p:nvPr>
        </p:nvGraphicFramePr>
        <p:xfrm>
          <a:off x="838201" y="1788460"/>
          <a:ext cx="7127928" cy="4519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Image 6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2840C651-09C8-E625-DEEA-6CD2DD7CEA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667" y="5987409"/>
            <a:ext cx="1902264" cy="1074779"/>
          </a:xfrm>
          <a:prstGeom prst="rect">
            <a:avLst/>
          </a:prstGeom>
        </p:spPr>
      </p:pic>
      <p:pic>
        <p:nvPicPr>
          <p:cNvPr id="12" name="Image 11" descr="Une image contenant dessin humoristique, habits, personne, illustration&#10;&#10;Description générée automatiquement">
            <a:extLst>
              <a:ext uri="{FF2B5EF4-FFF2-40B4-BE49-F238E27FC236}">
                <a16:creationId xmlns:a16="http://schemas.microsoft.com/office/drawing/2014/main" id="{30196C7E-DD58-280C-7479-3049F72F36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77"/>
          <a:stretch/>
        </p:blipFill>
        <p:spPr>
          <a:xfrm>
            <a:off x="7185647" y="2642588"/>
            <a:ext cx="5124450" cy="347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64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EE33-CAE5-395A-7140-331E778EB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FA31EB97-EC4D-D4FD-5CBC-3B1BE6E69E1E}"/>
              </a:ext>
            </a:extLst>
          </p:cNvPr>
          <p:cNvSpPr txBox="1">
            <a:spLocks/>
          </p:cNvSpPr>
          <p:nvPr/>
        </p:nvSpPr>
        <p:spPr>
          <a:xfrm>
            <a:off x="644808" y="337872"/>
            <a:ext cx="4090260" cy="7315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Opportunités offertes par notre solution </a:t>
            </a:r>
          </a:p>
        </p:txBody>
      </p:sp>
      <p:graphicFrame>
        <p:nvGraphicFramePr>
          <p:cNvPr id="2" name="Espace réservé du contenu 2">
            <a:extLst>
              <a:ext uri="{FF2B5EF4-FFF2-40B4-BE49-F238E27FC236}">
                <a16:creationId xmlns:a16="http://schemas.microsoft.com/office/drawing/2014/main" id="{B59B0124-3EAB-70C6-90C7-91FB125EF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70250"/>
              </p:ext>
            </p:extLst>
          </p:nvPr>
        </p:nvGraphicFramePr>
        <p:xfrm>
          <a:off x="4153443" y="368234"/>
          <a:ext cx="7800991" cy="5650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 2" descr="Une image contenant habits, chaussures, personne, dessin humoristique&#10;&#10;Description générée automatiquement">
            <a:extLst>
              <a:ext uri="{FF2B5EF4-FFF2-40B4-BE49-F238E27FC236}">
                <a16:creationId xmlns:a16="http://schemas.microsoft.com/office/drawing/2014/main" id="{15DBB60B-AB10-0944-69EE-655CC44DD3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9" y="3800681"/>
            <a:ext cx="5190038" cy="3464351"/>
          </a:xfrm>
          <a:prstGeom prst="rect">
            <a:avLst/>
          </a:prstGeom>
        </p:spPr>
      </p:pic>
      <p:pic>
        <p:nvPicPr>
          <p:cNvPr id="5" name="Image 4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0529C507-E6ED-55C4-A7E7-72EA5FABF0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736" y="5952376"/>
            <a:ext cx="1902264" cy="107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83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DCE0C-5FF1-744F-3783-62D70EA2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F434CD26-A01A-D06A-2415-D333000CE97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791" y="1344706"/>
            <a:ext cx="6226728" cy="3518101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7B14EDB7-4C94-56DB-B810-644834B490D9}"/>
              </a:ext>
            </a:extLst>
          </p:cNvPr>
          <p:cNvSpPr txBox="1">
            <a:spLocks/>
          </p:cNvSpPr>
          <p:nvPr/>
        </p:nvSpPr>
        <p:spPr>
          <a:xfrm>
            <a:off x="5940448" y="1344706"/>
            <a:ext cx="4857708" cy="598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Comment ça Marche?</a:t>
            </a:r>
          </a:p>
        </p:txBody>
      </p:sp>
      <p:pic>
        <p:nvPicPr>
          <p:cNvPr id="2" name="video demo">
            <a:hlinkClick r:id="" action="ppaction://media"/>
            <a:extLst>
              <a:ext uri="{FF2B5EF4-FFF2-40B4-BE49-F238E27FC236}">
                <a16:creationId xmlns:a16="http://schemas.microsoft.com/office/drawing/2014/main" id="{CCEB35B4-6524-4C0A-A2FE-7B51EF2588B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56196"/>
            <a:ext cx="4645025" cy="6858000"/>
          </a:xfrm>
          <a:prstGeom prst="rect">
            <a:avLst/>
          </a:prstGeom>
        </p:spPr>
      </p:pic>
      <p:pic>
        <p:nvPicPr>
          <p:cNvPr id="3" name="Image 2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8633D3AE-5A0E-C223-DDAE-5E1139C287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736" y="5952376"/>
            <a:ext cx="1902264" cy="1074779"/>
          </a:xfrm>
          <a:prstGeom prst="rect">
            <a:avLst/>
          </a:prstGeom>
        </p:spPr>
      </p:pic>
      <p:pic>
        <p:nvPicPr>
          <p:cNvPr id="4" name="Image 3" descr="Une image contenant dessin humoristique, habits, personne, illustration&#10;&#10;Description générée automatiquement">
            <a:extLst>
              <a:ext uri="{FF2B5EF4-FFF2-40B4-BE49-F238E27FC236}">
                <a16:creationId xmlns:a16="http://schemas.microsoft.com/office/drawing/2014/main" id="{6DDA1DB4-B4C9-E76E-52C8-87A6DE9DB7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77"/>
          <a:stretch/>
        </p:blipFill>
        <p:spPr>
          <a:xfrm>
            <a:off x="5156469" y="3990790"/>
            <a:ext cx="4173511" cy="283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9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89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993FF-6086-FDF6-DE7B-A6623110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signe, conception">
            <a:extLst>
              <a:ext uri="{FF2B5EF4-FFF2-40B4-BE49-F238E27FC236}">
                <a16:creationId xmlns:a16="http://schemas.microsoft.com/office/drawing/2014/main" id="{F66EA0D9-2952-2264-BB92-9A0E22FE1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"/>
            <a:ext cx="12192000" cy="685800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93AC1F60-A39E-F873-2971-3423AD529E9D}"/>
              </a:ext>
            </a:extLst>
          </p:cNvPr>
          <p:cNvSpPr txBox="1">
            <a:spLocks/>
          </p:cNvSpPr>
          <p:nvPr/>
        </p:nvSpPr>
        <p:spPr>
          <a:xfrm>
            <a:off x="6461656" y="229138"/>
            <a:ext cx="1356464" cy="598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>
                <a:solidFill>
                  <a:schemeClr val="bg1"/>
                </a:solidFill>
              </a:rPr>
              <a:t>Démo</a:t>
            </a:r>
          </a:p>
        </p:txBody>
      </p:sp>
    </p:spTree>
    <p:extLst>
      <p:ext uri="{BB962C8B-B14F-4D97-AF65-F5344CB8AC3E}">
        <p14:creationId xmlns:p14="http://schemas.microsoft.com/office/powerpoint/2010/main" val="3036259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DFE43-80B0-83D7-2365-67EBCFC7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6D0FE7FD-5535-FF24-4775-664688881FEE}"/>
              </a:ext>
            </a:extLst>
          </p:cNvPr>
          <p:cNvSpPr txBox="1">
            <a:spLocks/>
          </p:cNvSpPr>
          <p:nvPr/>
        </p:nvSpPr>
        <p:spPr>
          <a:xfrm>
            <a:off x="1261844" y="436685"/>
            <a:ext cx="3890005" cy="6315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Technologies utilisées</a:t>
            </a:r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7A200744-F3F6-6F34-E658-440B8ABED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817" y="5783221"/>
            <a:ext cx="1902264" cy="10747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29094EA-24D2-E1A2-2F8F-3B37B3D3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493" y="2652292"/>
            <a:ext cx="1146593" cy="780320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ABF94C0D-2085-E333-8F93-B1652CB68BF7}"/>
              </a:ext>
            </a:extLst>
          </p:cNvPr>
          <p:cNvGrpSpPr/>
          <p:nvPr/>
        </p:nvGrpSpPr>
        <p:grpSpPr>
          <a:xfrm>
            <a:off x="7151923" y="1189347"/>
            <a:ext cx="4446519" cy="1173628"/>
            <a:chOff x="7151923" y="1189347"/>
            <a:chExt cx="4446519" cy="1173628"/>
          </a:xfrm>
        </p:grpSpPr>
        <p:pic>
          <p:nvPicPr>
            <p:cNvPr id="13316" name="Picture 4" descr="Deep Dive Session: Edge Impulse - 2025 Embedded Vision Summit">
              <a:extLst>
                <a:ext uri="{FF2B5EF4-FFF2-40B4-BE49-F238E27FC236}">
                  <a16:creationId xmlns:a16="http://schemas.microsoft.com/office/drawing/2014/main" id="{83D91516-520C-6015-7C41-7D44A57D9E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0245" y="1189347"/>
              <a:ext cx="2138197" cy="10690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0" name="Picture 18" descr="Media Kit - OpenCV">
              <a:extLst>
                <a:ext uri="{FF2B5EF4-FFF2-40B4-BE49-F238E27FC236}">
                  <a16:creationId xmlns:a16="http://schemas.microsoft.com/office/drawing/2014/main" id="{8CD131B3-C607-57D6-2683-DB273020C9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9354" y="1375438"/>
              <a:ext cx="629925" cy="833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32" name="Picture 20">
              <a:extLst>
                <a:ext uri="{FF2B5EF4-FFF2-40B4-BE49-F238E27FC236}">
                  <a16:creationId xmlns:a16="http://schemas.microsoft.com/office/drawing/2014/main" id="{6F512D37-B83F-73AF-8C88-F920920C9B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1923" y="1375438"/>
              <a:ext cx="899756" cy="987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FA722EA-5FF4-FBC8-AC56-2E66699CAADE}"/>
              </a:ext>
            </a:extLst>
          </p:cNvPr>
          <p:cNvGrpSpPr/>
          <p:nvPr/>
        </p:nvGrpSpPr>
        <p:grpSpPr>
          <a:xfrm>
            <a:off x="7476992" y="3768825"/>
            <a:ext cx="4266771" cy="1249212"/>
            <a:chOff x="7476992" y="3768825"/>
            <a:chExt cx="4266771" cy="1249212"/>
          </a:xfrm>
        </p:grpSpPr>
        <p:pic>
          <p:nvPicPr>
            <p:cNvPr id="13326" name="Picture 14">
              <a:extLst>
                <a:ext uri="{FF2B5EF4-FFF2-40B4-BE49-F238E27FC236}">
                  <a16:creationId xmlns:a16="http://schemas.microsoft.com/office/drawing/2014/main" id="{01474147-C211-EA9E-B7AE-F8E64DE0C5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41499" y="4139602"/>
              <a:ext cx="1902264" cy="5435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28" name="Picture 16" descr="Firebase Brand Guidelines">
              <a:extLst>
                <a:ext uri="{FF2B5EF4-FFF2-40B4-BE49-F238E27FC236}">
                  <a16:creationId xmlns:a16="http://schemas.microsoft.com/office/drawing/2014/main" id="{A5CF4DDB-C35E-18D0-FC28-18E570CBCC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5" t="14578" r="14665" b="9497"/>
            <a:stretch/>
          </p:blipFill>
          <p:spPr bwMode="auto">
            <a:xfrm>
              <a:off x="8754316" y="3820135"/>
              <a:ext cx="999409" cy="11465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BE57246-5645-C91B-0E8C-F258CE3D6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3781" r="23819"/>
            <a:stretch/>
          </p:blipFill>
          <p:spPr>
            <a:xfrm>
              <a:off x="7476992" y="3768825"/>
              <a:ext cx="1163719" cy="1249212"/>
            </a:xfrm>
            <a:prstGeom prst="rect">
              <a:avLst/>
            </a:prstGeom>
          </p:spPr>
        </p:pic>
      </p:grpSp>
      <p:pic>
        <p:nvPicPr>
          <p:cNvPr id="10" name="Image 9" descr="Une image contenant dessin humoristique, illustration, art&#10;&#10;Description générée automatiquement">
            <a:extLst>
              <a:ext uri="{FF2B5EF4-FFF2-40B4-BE49-F238E27FC236}">
                <a16:creationId xmlns:a16="http://schemas.microsoft.com/office/drawing/2014/main" id="{02B592DC-B687-6FC5-0963-849B4F3152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63" y="3754331"/>
            <a:ext cx="3890005" cy="389000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93ACC97-9228-2F27-5F34-55819A230BBC}"/>
              </a:ext>
            </a:extLst>
          </p:cNvPr>
          <p:cNvSpPr txBox="1">
            <a:spLocks/>
          </p:cNvSpPr>
          <p:nvPr/>
        </p:nvSpPr>
        <p:spPr>
          <a:xfrm>
            <a:off x="1948980" y="1679064"/>
            <a:ext cx="3202869" cy="380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noProof="0" dirty="0">
                <a:latin typeface="+mn-lt"/>
                <a:ea typeface="+mn-ea"/>
                <a:cs typeface="+mn-cs"/>
              </a:rPr>
              <a:t>IA and computer vision Training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2B0BC6E-5889-180C-11D5-B171C953F12F}"/>
              </a:ext>
            </a:extLst>
          </p:cNvPr>
          <p:cNvSpPr txBox="1">
            <a:spLocks/>
          </p:cNvSpPr>
          <p:nvPr/>
        </p:nvSpPr>
        <p:spPr>
          <a:xfrm>
            <a:off x="1769565" y="2787909"/>
            <a:ext cx="4651563" cy="6315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noProof="0" dirty="0">
                <a:latin typeface="+mn-lt"/>
                <a:ea typeface="+mn-ea"/>
                <a:cs typeface="+mn-cs"/>
              </a:rPr>
              <a:t>Ca</a:t>
            </a:r>
            <a:r>
              <a:rPr lang="fr-FR" sz="1400" dirty="0" err="1">
                <a:latin typeface="+mn-lt"/>
                <a:ea typeface="+mn-ea"/>
                <a:cs typeface="+mn-cs"/>
              </a:rPr>
              <a:t>pteur</a:t>
            </a:r>
            <a:r>
              <a:rPr lang="fr-FR" sz="1400" dirty="0">
                <a:latin typeface="+mn-lt"/>
                <a:ea typeface="+mn-ea"/>
                <a:cs typeface="+mn-cs"/>
              </a:rPr>
              <a:t> et module basé sur ESP32 CAM et Arduino</a:t>
            </a:r>
          </a:p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dirty="0">
                <a:latin typeface="+mn-lt"/>
                <a:ea typeface="+mn-ea"/>
                <a:cs typeface="+mn-cs"/>
              </a:rPr>
              <a:t>Technologie Electronique embarqué et puce M2M</a:t>
            </a:r>
            <a:endParaRPr lang="fr-FR" sz="140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1E85228A-CED9-84CF-C5B1-B5A079FD3A31}"/>
              </a:ext>
            </a:extLst>
          </p:cNvPr>
          <p:cNvSpPr txBox="1">
            <a:spLocks/>
          </p:cNvSpPr>
          <p:nvPr/>
        </p:nvSpPr>
        <p:spPr>
          <a:xfrm>
            <a:off x="3845642" y="4331520"/>
            <a:ext cx="3428311" cy="380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noProof="0" dirty="0">
                <a:latin typeface="+mn-lt"/>
                <a:ea typeface="+mn-ea"/>
                <a:cs typeface="+mn-cs"/>
              </a:rPr>
              <a:t>Technologie Web et application mobile</a:t>
            </a:r>
          </a:p>
        </p:txBody>
      </p:sp>
      <p:pic>
        <p:nvPicPr>
          <p:cNvPr id="13322" name="Picture 10" descr="ESP 32 Logo | tshirtgeek">
            <a:extLst>
              <a:ext uri="{FF2B5EF4-FFF2-40B4-BE49-F238E27FC236}">
                <a16:creationId xmlns:a16="http://schemas.microsoft.com/office/drawing/2014/main" id="{5F9FBC4F-FFDF-7D8C-243E-ED5305B1E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9279" y="2469156"/>
            <a:ext cx="1146593" cy="114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B3A07AB-3361-B7EF-423E-7463562AA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435" y="2654392"/>
            <a:ext cx="1146593" cy="7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70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27AFB-7D89-815B-6724-550C859C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63DCA5B3-96D6-9EF3-19EE-3F35FC7E7043}"/>
              </a:ext>
            </a:extLst>
          </p:cNvPr>
          <p:cNvSpPr txBox="1">
            <a:spLocks/>
          </p:cNvSpPr>
          <p:nvPr/>
        </p:nvSpPr>
        <p:spPr>
          <a:xfrm>
            <a:off x="400136" y="457199"/>
            <a:ext cx="3553299" cy="5452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Plan de conception</a:t>
            </a:r>
          </a:p>
        </p:txBody>
      </p:sp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8BE18E17-A235-BABC-64C4-D292DDDF6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817" y="5783221"/>
            <a:ext cx="1902264" cy="1074779"/>
          </a:xfrm>
          <a:prstGeom prst="rect">
            <a:avLst/>
          </a:prstGeom>
        </p:spPr>
      </p:pic>
      <p:grpSp>
        <p:nvGrpSpPr>
          <p:cNvPr id="26" name="Groupe 25">
            <a:extLst>
              <a:ext uri="{FF2B5EF4-FFF2-40B4-BE49-F238E27FC236}">
                <a16:creationId xmlns:a16="http://schemas.microsoft.com/office/drawing/2014/main" id="{CC98A4E2-D8F0-5E3B-D977-8483030E67D6}"/>
              </a:ext>
            </a:extLst>
          </p:cNvPr>
          <p:cNvGrpSpPr/>
          <p:nvPr/>
        </p:nvGrpSpPr>
        <p:grpSpPr>
          <a:xfrm>
            <a:off x="825554" y="1569425"/>
            <a:ext cx="2309248" cy="4213796"/>
            <a:chOff x="128588" y="1569425"/>
            <a:chExt cx="2309248" cy="4213796"/>
          </a:xfrm>
        </p:grpSpPr>
        <p:pic>
          <p:nvPicPr>
            <p:cNvPr id="14" name="Image 13" descr="Une image contenant Poubelle, conteneur, boîte, poubelle&#10;&#10;Description générée automatiquement">
              <a:extLst>
                <a:ext uri="{FF2B5EF4-FFF2-40B4-BE49-F238E27FC236}">
                  <a16:creationId xmlns:a16="http://schemas.microsoft.com/office/drawing/2014/main" id="{857CE1D0-AA2D-73B7-5A6B-CCC7530E5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68" r="31006"/>
            <a:stretch/>
          </p:blipFill>
          <p:spPr>
            <a:xfrm>
              <a:off x="128588" y="1569425"/>
              <a:ext cx="2309248" cy="3719150"/>
            </a:xfrm>
            <a:prstGeom prst="rect">
              <a:avLst/>
            </a:prstGeom>
          </p:spPr>
        </p:pic>
        <p:sp>
          <p:nvSpPr>
            <p:cNvPr id="22" name="Titre 1">
              <a:extLst>
                <a:ext uri="{FF2B5EF4-FFF2-40B4-BE49-F238E27FC236}">
                  <a16:creationId xmlns:a16="http://schemas.microsoft.com/office/drawing/2014/main" id="{F06A971C-133B-B05F-061B-29C4C1814037}"/>
                </a:ext>
              </a:extLst>
            </p:cNvPr>
            <p:cNvSpPr txBox="1">
              <a:spLocks/>
            </p:cNvSpPr>
            <p:nvPr/>
          </p:nvSpPr>
          <p:spPr>
            <a:xfrm>
              <a:off x="245191" y="5439481"/>
              <a:ext cx="2076041" cy="34374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Aft>
                  <a:spcPts val="600"/>
                </a:spcAft>
              </a:pPr>
              <a:r>
                <a:rPr lang="fr-FR" sz="1400" b="1" noProof="0" dirty="0">
                  <a:latin typeface="+mn-lt"/>
                </a:rPr>
                <a:t>Idée + Modélisation 3D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6E0E47EE-9EE3-AD4D-1863-95F73E973DB8}"/>
              </a:ext>
            </a:extLst>
          </p:cNvPr>
          <p:cNvGrpSpPr/>
          <p:nvPr/>
        </p:nvGrpSpPr>
        <p:grpSpPr>
          <a:xfrm>
            <a:off x="3367620" y="1691583"/>
            <a:ext cx="2309248" cy="4091638"/>
            <a:chOff x="3017883" y="1691583"/>
            <a:chExt cx="2309248" cy="4091638"/>
          </a:xfrm>
        </p:grpSpPr>
        <p:pic>
          <p:nvPicPr>
            <p:cNvPr id="17" name="Image 16" descr="Une image contenant plante d’intérieur, fenêtre, intérieur, mur&#10;&#10;Description générée automatiquement">
              <a:extLst>
                <a:ext uri="{FF2B5EF4-FFF2-40B4-BE49-F238E27FC236}">
                  <a16:creationId xmlns:a16="http://schemas.microsoft.com/office/drawing/2014/main" id="{54AD7767-6B8D-3303-8280-2CB1E13CE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6" t="16778" r="61651" b="10456"/>
            <a:stretch/>
          </p:blipFill>
          <p:spPr>
            <a:xfrm>
              <a:off x="3017883" y="1691583"/>
              <a:ext cx="2309248" cy="3402514"/>
            </a:xfrm>
            <a:prstGeom prst="rect">
              <a:avLst/>
            </a:prstGeom>
          </p:spPr>
        </p:pic>
        <p:sp>
          <p:nvSpPr>
            <p:cNvPr id="23" name="Titre 1">
              <a:extLst>
                <a:ext uri="{FF2B5EF4-FFF2-40B4-BE49-F238E27FC236}">
                  <a16:creationId xmlns:a16="http://schemas.microsoft.com/office/drawing/2014/main" id="{5B4F7648-C028-E74A-3C40-E69771A95779}"/>
                </a:ext>
              </a:extLst>
            </p:cNvPr>
            <p:cNvSpPr txBox="1">
              <a:spLocks/>
            </p:cNvSpPr>
            <p:nvPr/>
          </p:nvSpPr>
          <p:spPr>
            <a:xfrm>
              <a:off x="3143963" y="5439481"/>
              <a:ext cx="2076041" cy="34374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Aft>
                  <a:spcPts val="600"/>
                </a:spcAft>
              </a:pPr>
              <a:r>
                <a:rPr lang="fr-FR" sz="1400" b="1" noProof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</a:rPr>
                <a:t>Mise en forme 3D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7E07188E-2FD0-F08D-1BCF-AAC711BAA93C}"/>
              </a:ext>
            </a:extLst>
          </p:cNvPr>
          <p:cNvGrpSpPr/>
          <p:nvPr/>
        </p:nvGrpSpPr>
        <p:grpSpPr>
          <a:xfrm>
            <a:off x="6035766" y="1691583"/>
            <a:ext cx="2716488" cy="4091638"/>
            <a:chOff x="6035766" y="1691583"/>
            <a:chExt cx="2716488" cy="4091638"/>
          </a:xfrm>
        </p:grpSpPr>
        <p:pic>
          <p:nvPicPr>
            <p:cNvPr id="19" name="Image 18" descr="Une image contenant texte, capture d’écran, signe, conception">
              <a:extLst>
                <a:ext uri="{FF2B5EF4-FFF2-40B4-BE49-F238E27FC236}">
                  <a16:creationId xmlns:a16="http://schemas.microsoft.com/office/drawing/2014/main" id="{F7745C1A-E6E1-F56A-0AF4-914A61C2C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59" t="13229" r="56270" b="438"/>
            <a:stretch/>
          </p:blipFill>
          <p:spPr>
            <a:xfrm>
              <a:off x="6035766" y="1691583"/>
              <a:ext cx="2716488" cy="3402514"/>
            </a:xfrm>
            <a:prstGeom prst="rect">
              <a:avLst/>
            </a:prstGeom>
          </p:spPr>
        </p:pic>
        <p:sp>
          <p:nvSpPr>
            <p:cNvPr id="24" name="Titre 1">
              <a:extLst>
                <a:ext uri="{FF2B5EF4-FFF2-40B4-BE49-F238E27FC236}">
                  <a16:creationId xmlns:a16="http://schemas.microsoft.com/office/drawing/2014/main" id="{DD70FB14-FEDD-4412-2177-E9E3EAB8A75B}"/>
                </a:ext>
              </a:extLst>
            </p:cNvPr>
            <p:cNvSpPr txBox="1">
              <a:spLocks/>
            </p:cNvSpPr>
            <p:nvPr/>
          </p:nvSpPr>
          <p:spPr>
            <a:xfrm>
              <a:off x="6355989" y="5439481"/>
              <a:ext cx="2076041" cy="34374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Aft>
                  <a:spcPts val="600"/>
                </a:spcAft>
              </a:pPr>
              <a:r>
                <a:rPr lang="fr-FR" sz="1400" b="1" noProof="0" dirty="0">
                  <a:latin typeface="+mn-lt"/>
                </a:rPr>
                <a:t>Maquette Version 1</a:t>
              </a: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9F84B0F9-4F70-555E-6EA6-C33AEB3147B9}"/>
              </a:ext>
            </a:extLst>
          </p:cNvPr>
          <p:cNvGrpSpPr/>
          <p:nvPr/>
        </p:nvGrpSpPr>
        <p:grpSpPr>
          <a:xfrm>
            <a:off x="8988660" y="1691583"/>
            <a:ext cx="3052762" cy="4091638"/>
            <a:chOff x="9010650" y="1691583"/>
            <a:chExt cx="3052762" cy="4091638"/>
          </a:xfrm>
        </p:grpSpPr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ED676EE6-7F3D-117F-D1E8-9D40053DE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6408"/>
            <a:stretch/>
          </p:blipFill>
          <p:spPr>
            <a:xfrm>
              <a:off x="9010650" y="1691583"/>
              <a:ext cx="3052762" cy="3402514"/>
            </a:xfrm>
            <a:prstGeom prst="rect">
              <a:avLst/>
            </a:prstGeom>
          </p:spPr>
        </p:pic>
        <p:sp>
          <p:nvSpPr>
            <p:cNvPr id="25" name="Titre 1">
              <a:extLst>
                <a:ext uri="{FF2B5EF4-FFF2-40B4-BE49-F238E27FC236}">
                  <a16:creationId xmlns:a16="http://schemas.microsoft.com/office/drawing/2014/main" id="{4DD0F273-AEE5-A798-A9D1-43EA87056D9F}"/>
                </a:ext>
              </a:extLst>
            </p:cNvPr>
            <p:cNvSpPr txBox="1">
              <a:spLocks/>
            </p:cNvSpPr>
            <p:nvPr/>
          </p:nvSpPr>
          <p:spPr>
            <a:xfrm>
              <a:off x="9499010" y="5439481"/>
              <a:ext cx="2076041" cy="34374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Aft>
                  <a:spcPts val="600"/>
                </a:spcAft>
              </a:pPr>
              <a:r>
                <a:rPr lang="fr-FR" sz="1400" b="1" noProof="0" dirty="0">
                  <a:latin typeface="+mn-lt"/>
                </a:rPr>
                <a:t>Prototype version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0582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DDB8-F3FC-4A70-6BF6-FDB40055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Graphique, Police, graphisme, logo&#10;&#10;Description générée automatiquement">
            <a:extLst>
              <a:ext uri="{FF2B5EF4-FFF2-40B4-BE49-F238E27FC236}">
                <a16:creationId xmlns:a16="http://schemas.microsoft.com/office/drawing/2014/main" id="{718225F5-282B-C161-6D83-0AB211B50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817" y="5783221"/>
            <a:ext cx="1902264" cy="1074779"/>
          </a:xfrm>
          <a:prstGeom prst="rect">
            <a:avLst/>
          </a:prstGeom>
        </p:spPr>
      </p:pic>
      <p:pic>
        <p:nvPicPr>
          <p:cNvPr id="15" name="Image 14" descr="Une image contenant dessin humoristique, illustration, art&#10;&#10;Description générée automatiquement">
            <a:extLst>
              <a:ext uri="{FF2B5EF4-FFF2-40B4-BE49-F238E27FC236}">
                <a16:creationId xmlns:a16="http://schemas.microsoft.com/office/drawing/2014/main" id="{72A2B10E-85B4-FAAB-B15A-FE78477F4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36" y="3700543"/>
            <a:ext cx="3890005" cy="3890005"/>
          </a:xfrm>
          <a:prstGeom prst="rect">
            <a:avLst/>
          </a:prstGeom>
        </p:spPr>
      </p:pic>
      <p:pic>
        <p:nvPicPr>
          <p:cNvPr id="17" name="Image 16" descr="Une image contenant texte, capture d’écran, signe, conception">
            <a:extLst>
              <a:ext uri="{FF2B5EF4-FFF2-40B4-BE49-F238E27FC236}">
                <a16:creationId xmlns:a16="http://schemas.microsoft.com/office/drawing/2014/main" id="{23D7AB86-A0E3-A84E-EF60-EF6FF586A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9" t="13229" r="56270" b="438"/>
          <a:stretch/>
        </p:blipFill>
        <p:spPr>
          <a:xfrm>
            <a:off x="7995213" y="1210808"/>
            <a:ext cx="3537363" cy="4295048"/>
          </a:xfrm>
          <a:prstGeom prst="rect">
            <a:avLst/>
          </a:pr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E3CB69AB-901C-1024-C1C5-374CDD71CE24}"/>
              </a:ext>
            </a:extLst>
          </p:cNvPr>
          <p:cNvSpPr txBox="1">
            <a:spLocks/>
          </p:cNvSpPr>
          <p:nvPr/>
        </p:nvSpPr>
        <p:spPr>
          <a:xfrm>
            <a:off x="3071189" y="2797481"/>
            <a:ext cx="3096148" cy="6315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fr-FR" sz="3200" b="1" noProof="0" dirty="0"/>
              <a:t>A vous la parole </a:t>
            </a:r>
          </a:p>
        </p:txBody>
      </p:sp>
    </p:spTree>
    <p:extLst>
      <p:ext uri="{BB962C8B-B14F-4D97-AF65-F5344CB8AC3E}">
        <p14:creationId xmlns:p14="http://schemas.microsoft.com/office/powerpoint/2010/main" val="14727494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549</Words>
  <Application>Microsoft Office PowerPoint</Application>
  <PresentationFormat>Grand écran</PresentationFormat>
  <Paragraphs>82</Paragraphs>
  <Slides>18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Thème Office</vt:lpstr>
      <vt:lpstr>Présentation PowerPoint</vt:lpstr>
      <vt:lpstr>Pourquoi ça dans la rue?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korekou emmanuel gbra</dc:creator>
  <cp:lastModifiedBy>korekou emmanuel gbra</cp:lastModifiedBy>
  <cp:revision>27</cp:revision>
  <dcterms:created xsi:type="dcterms:W3CDTF">2025-01-21T23:40:44Z</dcterms:created>
  <dcterms:modified xsi:type="dcterms:W3CDTF">2025-01-22T15:23:51Z</dcterms:modified>
</cp:coreProperties>
</file>