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94" r:id="rId4"/>
    <p:sldId id="263" r:id="rId5"/>
    <p:sldId id="296" r:id="rId6"/>
    <p:sldId id="302" r:id="rId7"/>
    <p:sldId id="303" r:id="rId8"/>
    <p:sldId id="291" r:id="rId9"/>
    <p:sldId id="305" r:id="rId10"/>
    <p:sldId id="306" r:id="rId11"/>
    <p:sldId id="309" r:id="rId12"/>
    <p:sldId id="274" r:id="rId13"/>
    <p:sldId id="307" r:id="rId14"/>
    <p:sldId id="279" r:id="rId15"/>
    <p:sldId id="298" r:id="rId16"/>
    <p:sldId id="299" r:id="rId17"/>
    <p:sldId id="276" r:id="rId18"/>
    <p:sldId id="30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254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552FE5-B63F-45A0-83CD-0620256E66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57566F9-FA14-4AB1-9790-3F95A587C3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1" baseline="0" noProof="0" dirty="0"/>
            <a:t>Eco-geste réénuméré</a:t>
          </a:r>
        </a:p>
        <a:p>
          <a:pPr>
            <a:lnSpc>
              <a:spcPct val="100000"/>
            </a:lnSpc>
          </a:pPr>
          <a:r>
            <a:rPr lang="fr-FR" sz="1400" b="0" baseline="0" noProof="0" dirty="0"/>
            <a:t>Permet aux utilisateurs de vendre leurs déchets via un </a:t>
          </a:r>
          <a:r>
            <a:rPr lang="fr-FR" sz="1400" b="0" baseline="0" noProof="0" dirty="0" err="1"/>
            <a:t>reseau</a:t>
          </a:r>
          <a:r>
            <a:rPr lang="fr-FR" sz="1400" b="0" baseline="0" noProof="0" dirty="0"/>
            <a:t> partenaires sur l’application mobile</a:t>
          </a:r>
        </a:p>
      </dgm:t>
    </dgm:pt>
    <dgm:pt modelId="{F95AF460-6AA1-40F7-A55F-B769BF579E7A}" type="parTrans" cxnId="{CE1BBFD4-DB34-4890-89F8-4499AA459FF8}">
      <dgm:prSet/>
      <dgm:spPr/>
      <dgm:t>
        <a:bodyPr/>
        <a:lstStyle/>
        <a:p>
          <a:endParaRPr lang="en-US"/>
        </a:p>
      </dgm:t>
    </dgm:pt>
    <dgm:pt modelId="{43F71C08-AB35-4462-AB00-C4EED8C782D0}" type="sibTrans" cxnId="{CE1BBFD4-DB34-4890-89F8-4499AA459FF8}">
      <dgm:prSet/>
      <dgm:spPr/>
      <dgm:t>
        <a:bodyPr/>
        <a:lstStyle/>
        <a:p>
          <a:endParaRPr lang="en-US"/>
        </a:p>
      </dgm:t>
    </dgm:pt>
    <dgm:pt modelId="{7E314F1A-35F2-4DAC-AB9C-103C8A7452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Suivi en Temps réel</a:t>
          </a:r>
        </a:p>
        <a:p>
          <a:pPr>
            <a:lnSpc>
              <a:spcPct val="100000"/>
            </a:lnSpc>
          </a:pPr>
          <a:r>
            <a:rPr lang="fr-FR" sz="1400" b="0" noProof="0" dirty="0"/>
            <a:t>Permet à l’utilisateur de suivre en temps réel le niveau de remplissage de sa poubelle</a:t>
          </a:r>
        </a:p>
      </dgm:t>
    </dgm:pt>
    <dgm:pt modelId="{FD59CD9D-D12C-40FA-B089-C891BC7B99D7}" type="parTrans" cxnId="{57C3DCF3-EFC6-4F59-B04D-9401A86DF69D}">
      <dgm:prSet/>
      <dgm:spPr/>
      <dgm:t>
        <a:bodyPr/>
        <a:lstStyle/>
        <a:p>
          <a:endParaRPr lang="en-US"/>
        </a:p>
      </dgm:t>
    </dgm:pt>
    <dgm:pt modelId="{F8ABF594-C5E2-494E-B698-480F7F1BB22D}" type="sibTrans" cxnId="{57C3DCF3-EFC6-4F59-B04D-9401A86DF69D}">
      <dgm:prSet/>
      <dgm:spPr/>
      <dgm:t>
        <a:bodyPr/>
        <a:lstStyle/>
        <a:p>
          <a:endParaRPr lang="en-US"/>
        </a:p>
      </dgm:t>
    </dgm:pt>
    <dgm:pt modelId="{9BC23DDD-8BF2-41E7-898F-0E7C710EF9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Conseil Ecologique et comment bien recyclés</a:t>
          </a:r>
        </a:p>
        <a:p>
          <a:pPr>
            <a:lnSpc>
              <a:spcPct val="100000"/>
            </a:lnSpc>
          </a:pPr>
          <a:r>
            <a:rPr lang="fr-FR" sz="1400" b="0" noProof="0" dirty="0"/>
            <a:t>Conseil tutos pratique et vidéo sur l’importance du recyclage </a:t>
          </a:r>
        </a:p>
      </dgm:t>
    </dgm:pt>
    <dgm:pt modelId="{657026B4-22CA-48A6-AC55-8F31C97ECB14}" type="parTrans" cxnId="{ADAB3451-D1FB-44B5-A329-AF146B7AB2AD}">
      <dgm:prSet/>
      <dgm:spPr/>
      <dgm:t>
        <a:bodyPr/>
        <a:lstStyle/>
        <a:p>
          <a:endParaRPr lang="en-US"/>
        </a:p>
      </dgm:t>
    </dgm:pt>
    <dgm:pt modelId="{4BD37522-DBDB-444C-A6CA-384F15CC33BF}" type="sibTrans" cxnId="{ADAB3451-D1FB-44B5-A329-AF146B7AB2AD}">
      <dgm:prSet/>
      <dgm:spPr/>
      <dgm:t>
        <a:bodyPr/>
        <a:lstStyle/>
        <a:p>
          <a:endParaRPr lang="en-US"/>
        </a:p>
      </dgm:t>
    </dgm:pt>
    <dgm:pt modelId="{2A29466D-B589-4609-B9C5-E717A850D5E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Reconnaissance du déchet </a:t>
          </a:r>
        </a:p>
        <a:p>
          <a:pPr>
            <a:lnSpc>
              <a:spcPct val="100000"/>
            </a:lnSpc>
          </a:pPr>
          <a:r>
            <a:rPr lang="fr-FR" sz="1400" noProof="0" dirty="0"/>
            <a:t>Détection automatique du type de déchets et ouverture du Bac concerné </a:t>
          </a:r>
        </a:p>
        <a:p>
          <a:endParaRPr lang="fr-FR" sz="1400" noProof="0" dirty="0"/>
        </a:p>
      </dgm:t>
    </dgm:pt>
    <dgm:pt modelId="{B64A749F-E2D7-45B1-AC40-FB56FBC17E90}" type="parTrans" cxnId="{92548CBA-4186-4F93-A9F8-69AF6180A714}">
      <dgm:prSet/>
      <dgm:spPr/>
      <dgm:t>
        <a:bodyPr/>
        <a:lstStyle/>
        <a:p>
          <a:endParaRPr lang="fr-FR"/>
        </a:p>
      </dgm:t>
    </dgm:pt>
    <dgm:pt modelId="{39C81E58-E4C8-40D6-AEC6-AB0FB07045DC}" type="sibTrans" cxnId="{92548CBA-4186-4F93-A9F8-69AF6180A714}">
      <dgm:prSet/>
      <dgm:spPr/>
      <dgm:t>
        <a:bodyPr/>
        <a:lstStyle/>
        <a:p>
          <a:endParaRPr lang="fr-FR"/>
        </a:p>
      </dgm:t>
    </dgm:pt>
    <dgm:pt modelId="{0909C5E6-74D0-47E7-B7FC-DB442E71DB68}" type="pres">
      <dgm:prSet presAssocID="{14552FE5-B63F-45A0-83CD-0620256E66CA}" presName="root" presStyleCnt="0">
        <dgm:presLayoutVars>
          <dgm:dir/>
          <dgm:resizeHandles val="exact"/>
        </dgm:presLayoutVars>
      </dgm:prSet>
      <dgm:spPr/>
    </dgm:pt>
    <dgm:pt modelId="{7A1A3FD7-F171-430C-A318-B5370FC5B8B3}" type="pres">
      <dgm:prSet presAssocID="{157566F9-FA14-4AB1-9790-3F95A587C36C}" presName="compNode" presStyleCnt="0"/>
      <dgm:spPr/>
    </dgm:pt>
    <dgm:pt modelId="{A97633D9-C8E4-4481-9090-F3C1AACB9A6E}" type="pres">
      <dgm:prSet presAssocID="{157566F9-FA14-4AB1-9790-3F95A587C36C}" presName="bgRect" presStyleLbl="bgShp" presStyleIdx="0" presStyleCnt="4" custScaleY="120767"/>
      <dgm:spPr/>
    </dgm:pt>
    <dgm:pt modelId="{52DF7D26-EDAE-462F-B489-18BF13AEB238}" type="pres">
      <dgm:prSet presAssocID="{157566F9-FA14-4AB1-9790-3F95A587C3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 contour"/>
        </a:ext>
      </dgm:extLst>
    </dgm:pt>
    <dgm:pt modelId="{702AFDA5-1404-4C8B-904D-CEA2FBEB43AD}" type="pres">
      <dgm:prSet presAssocID="{157566F9-FA14-4AB1-9790-3F95A587C36C}" presName="spaceRect" presStyleCnt="0"/>
      <dgm:spPr/>
    </dgm:pt>
    <dgm:pt modelId="{A8F8EA87-BBD8-4EC5-96AC-220D796B29DA}" type="pres">
      <dgm:prSet presAssocID="{157566F9-FA14-4AB1-9790-3F95A587C36C}" presName="parTx" presStyleLbl="revTx" presStyleIdx="0" presStyleCnt="4" custLinFactNeighborX="-3231" custLinFactNeighborY="4625">
        <dgm:presLayoutVars>
          <dgm:chMax val="0"/>
          <dgm:chPref val="0"/>
        </dgm:presLayoutVars>
      </dgm:prSet>
      <dgm:spPr/>
    </dgm:pt>
    <dgm:pt modelId="{9B195C9E-1B36-4616-809A-6294ACD58013}" type="pres">
      <dgm:prSet presAssocID="{43F71C08-AB35-4462-AB00-C4EED8C782D0}" presName="sibTrans" presStyleCnt="0"/>
      <dgm:spPr/>
    </dgm:pt>
    <dgm:pt modelId="{1F311B6D-8EFC-4792-8FCE-D0E1CB98D89E}" type="pres">
      <dgm:prSet presAssocID="{7E314F1A-35F2-4DAC-AB9C-103C8A745264}" presName="compNode" presStyleCnt="0"/>
      <dgm:spPr/>
    </dgm:pt>
    <dgm:pt modelId="{5B9C35A4-7580-4458-BDB8-4C4696A4C8CD}" type="pres">
      <dgm:prSet presAssocID="{7E314F1A-35F2-4DAC-AB9C-103C8A745264}" presName="bgRect" presStyleLbl="bgShp" presStyleIdx="1" presStyleCnt="4" custScaleY="133183"/>
      <dgm:spPr/>
    </dgm:pt>
    <dgm:pt modelId="{280BF67A-8A20-4D2B-8F12-23C435879BCB}" type="pres">
      <dgm:prSet presAssocID="{7E314F1A-35F2-4DAC-AB9C-103C8A7452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our de visage souriant et des cœurs contour"/>
        </a:ext>
      </dgm:extLst>
    </dgm:pt>
    <dgm:pt modelId="{97CB14D5-28B1-40BE-B4AB-4F2A6CC0DF22}" type="pres">
      <dgm:prSet presAssocID="{7E314F1A-35F2-4DAC-AB9C-103C8A745264}" presName="spaceRect" presStyleCnt="0"/>
      <dgm:spPr/>
    </dgm:pt>
    <dgm:pt modelId="{F52F7788-039C-47C6-8DA9-99AD6393DC04}" type="pres">
      <dgm:prSet presAssocID="{7E314F1A-35F2-4DAC-AB9C-103C8A745264}" presName="parTx" presStyleLbl="revTx" presStyleIdx="1" presStyleCnt="4" custLinFactNeighborX="852" custLinFactNeighborY="-12901">
        <dgm:presLayoutVars>
          <dgm:chMax val="0"/>
          <dgm:chPref val="0"/>
        </dgm:presLayoutVars>
      </dgm:prSet>
      <dgm:spPr/>
    </dgm:pt>
    <dgm:pt modelId="{627993E8-7F0D-45D3-AAE8-7D0000B4D45F}" type="pres">
      <dgm:prSet presAssocID="{F8ABF594-C5E2-494E-B698-480F7F1BB22D}" presName="sibTrans" presStyleCnt="0"/>
      <dgm:spPr/>
    </dgm:pt>
    <dgm:pt modelId="{DAF9B84F-F22B-4952-AE50-DA2D67F4B9FA}" type="pres">
      <dgm:prSet presAssocID="{9BC23DDD-8BF2-41E7-898F-0E7C710EF992}" presName="compNode" presStyleCnt="0"/>
      <dgm:spPr/>
    </dgm:pt>
    <dgm:pt modelId="{22D8B6F5-A230-4C4F-BC43-C16F8FC19EC8}" type="pres">
      <dgm:prSet presAssocID="{9BC23DDD-8BF2-41E7-898F-0E7C710EF992}" presName="bgRect" presStyleLbl="bgShp" presStyleIdx="2" presStyleCnt="4"/>
      <dgm:spPr>
        <a:solidFill>
          <a:srgbClr val="FFC000"/>
        </a:solidFill>
      </dgm:spPr>
    </dgm:pt>
    <dgm:pt modelId="{1B99E305-ED28-41DF-BDDE-97BC8EB46D78}" type="pres">
      <dgm:prSet presAssocID="{9BC23DDD-8BF2-41E7-898F-0E7C710EF9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 contour"/>
        </a:ext>
      </dgm:extLst>
    </dgm:pt>
    <dgm:pt modelId="{304ACAB4-0C34-4EAB-AD8B-37F56733C7BB}" type="pres">
      <dgm:prSet presAssocID="{9BC23DDD-8BF2-41E7-898F-0E7C710EF992}" presName="spaceRect" presStyleCnt="0"/>
      <dgm:spPr/>
    </dgm:pt>
    <dgm:pt modelId="{71357FAA-D19E-4FA0-9FBE-28DD31086954}" type="pres">
      <dgm:prSet presAssocID="{9BC23DDD-8BF2-41E7-898F-0E7C710EF992}" presName="parTx" presStyleLbl="revTx" presStyleIdx="2" presStyleCnt="4" custScaleY="88086" custLinFactNeighborX="-627" custLinFactNeighborY="10996">
        <dgm:presLayoutVars>
          <dgm:chMax val="0"/>
          <dgm:chPref val="0"/>
        </dgm:presLayoutVars>
      </dgm:prSet>
      <dgm:spPr/>
    </dgm:pt>
    <dgm:pt modelId="{CDB6CFC5-4830-439B-A712-EA129695707F}" type="pres">
      <dgm:prSet presAssocID="{4BD37522-DBDB-444C-A6CA-384F15CC33BF}" presName="sibTrans" presStyleCnt="0"/>
      <dgm:spPr/>
    </dgm:pt>
    <dgm:pt modelId="{E48A3832-8B0E-41C3-8FD7-2BB0FF34E594}" type="pres">
      <dgm:prSet presAssocID="{2A29466D-B589-4609-B9C5-E717A850D5ED}" presName="compNode" presStyleCnt="0"/>
      <dgm:spPr/>
    </dgm:pt>
    <dgm:pt modelId="{F4A56FED-571E-407D-B88F-7853DF457413}" type="pres">
      <dgm:prSet presAssocID="{2A29466D-B589-4609-B9C5-E717A850D5ED}" presName="bgRect" presStyleLbl="bgShp" presStyleIdx="3" presStyleCnt="4" custLinFactNeighborX="389"/>
      <dgm:spPr/>
    </dgm:pt>
    <dgm:pt modelId="{81DBD42B-87E1-472D-941E-ACF72AACCC8F}" type="pres">
      <dgm:prSet presAssocID="{2A29466D-B589-4609-B9C5-E717A850D5E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enêtre de navigateur avec un remplissage uni"/>
        </a:ext>
      </dgm:extLst>
    </dgm:pt>
    <dgm:pt modelId="{B08BC357-E4C3-4987-9534-51E0983E62D1}" type="pres">
      <dgm:prSet presAssocID="{2A29466D-B589-4609-B9C5-E717A850D5ED}" presName="spaceRect" presStyleCnt="0"/>
      <dgm:spPr/>
    </dgm:pt>
    <dgm:pt modelId="{46C78114-D96F-46E6-992F-206CEDC1777B}" type="pres">
      <dgm:prSet presAssocID="{2A29466D-B589-4609-B9C5-E717A850D5ED}" presName="parTx" presStyleLbl="revTx" presStyleIdx="3" presStyleCnt="4" custLinFactNeighborX="-627" custLinFactNeighborY="15709">
        <dgm:presLayoutVars>
          <dgm:chMax val="0"/>
          <dgm:chPref val="0"/>
        </dgm:presLayoutVars>
      </dgm:prSet>
      <dgm:spPr/>
    </dgm:pt>
  </dgm:ptLst>
  <dgm:cxnLst>
    <dgm:cxn modelId="{85CE1836-8906-4B8F-A3AA-C223A34A78F1}" type="presOf" srcId="{9BC23DDD-8BF2-41E7-898F-0E7C710EF992}" destId="{71357FAA-D19E-4FA0-9FBE-28DD31086954}" srcOrd="0" destOrd="0" presId="urn:microsoft.com/office/officeart/2018/2/layout/IconVerticalSolidList"/>
    <dgm:cxn modelId="{BFFCA86C-DF15-4D7C-BD4C-C7F61D8F4175}" type="presOf" srcId="{157566F9-FA14-4AB1-9790-3F95A587C36C}" destId="{A8F8EA87-BBD8-4EC5-96AC-220D796B29DA}" srcOrd="0" destOrd="0" presId="urn:microsoft.com/office/officeart/2018/2/layout/IconVerticalSolidList"/>
    <dgm:cxn modelId="{ADAB3451-D1FB-44B5-A329-AF146B7AB2AD}" srcId="{14552FE5-B63F-45A0-83CD-0620256E66CA}" destId="{9BC23DDD-8BF2-41E7-898F-0E7C710EF992}" srcOrd="2" destOrd="0" parTransId="{657026B4-22CA-48A6-AC55-8F31C97ECB14}" sibTransId="{4BD37522-DBDB-444C-A6CA-384F15CC33BF}"/>
    <dgm:cxn modelId="{CB4FDA51-7731-4519-A4CD-E3BE0CF19918}" type="presOf" srcId="{7E314F1A-35F2-4DAC-AB9C-103C8A745264}" destId="{F52F7788-039C-47C6-8DA9-99AD6393DC04}" srcOrd="0" destOrd="0" presId="urn:microsoft.com/office/officeart/2018/2/layout/IconVerticalSolidList"/>
    <dgm:cxn modelId="{0FFE6D7A-59E8-43CA-BCBD-C0B2E5AB9EFB}" type="presOf" srcId="{14552FE5-B63F-45A0-83CD-0620256E66CA}" destId="{0909C5E6-74D0-47E7-B7FC-DB442E71DB68}" srcOrd="0" destOrd="0" presId="urn:microsoft.com/office/officeart/2018/2/layout/IconVerticalSolidList"/>
    <dgm:cxn modelId="{92548CBA-4186-4F93-A9F8-69AF6180A714}" srcId="{14552FE5-B63F-45A0-83CD-0620256E66CA}" destId="{2A29466D-B589-4609-B9C5-E717A850D5ED}" srcOrd="3" destOrd="0" parTransId="{B64A749F-E2D7-45B1-AC40-FB56FBC17E90}" sibTransId="{39C81E58-E4C8-40D6-AEC6-AB0FB07045DC}"/>
    <dgm:cxn modelId="{FBF1F7BA-796E-4155-8083-B692CA8FE12B}" type="presOf" srcId="{2A29466D-B589-4609-B9C5-E717A850D5ED}" destId="{46C78114-D96F-46E6-992F-206CEDC1777B}" srcOrd="0" destOrd="0" presId="urn:microsoft.com/office/officeart/2018/2/layout/IconVerticalSolidList"/>
    <dgm:cxn modelId="{CE1BBFD4-DB34-4890-89F8-4499AA459FF8}" srcId="{14552FE5-B63F-45A0-83CD-0620256E66CA}" destId="{157566F9-FA14-4AB1-9790-3F95A587C36C}" srcOrd="0" destOrd="0" parTransId="{F95AF460-6AA1-40F7-A55F-B769BF579E7A}" sibTransId="{43F71C08-AB35-4462-AB00-C4EED8C782D0}"/>
    <dgm:cxn modelId="{57C3DCF3-EFC6-4F59-B04D-9401A86DF69D}" srcId="{14552FE5-B63F-45A0-83CD-0620256E66CA}" destId="{7E314F1A-35F2-4DAC-AB9C-103C8A745264}" srcOrd="1" destOrd="0" parTransId="{FD59CD9D-D12C-40FA-B089-C891BC7B99D7}" sibTransId="{F8ABF594-C5E2-494E-B698-480F7F1BB22D}"/>
    <dgm:cxn modelId="{FDE474C1-B21C-405A-99B2-FEB67D4E89D0}" type="presParOf" srcId="{0909C5E6-74D0-47E7-B7FC-DB442E71DB68}" destId="{7A1A3FD7-F171-430C-A318-B5370FC5B8B3}" srcOrd="0" destOrd="0" presId="urn:microsoft.com/office/officeart/2018/2/layout/IconVerticalSolidList"/>
    <dgm:cxn modelId="{30B70874-76AD-487C-A427-91547C60CC49}" type="presParOf" srcId="{7A1A3FD7-F171-430C-A318-B5370FC5B8B3}" destId="{A97633D9-C8E4-4481-9090-F3C1AACB9A6E}" srcOrd="0" destOrd="0" presId="urn:microsoft.com/office/officeart/2018/2/layout/IconVerticalSolidList"/>
    <dgm:cxn modelId="{C324937E-E005-4E35-A359-4A2DF3D5CD59}" type="presParOf" srcId="{7A1A3FD7-F171-430C-A318-B5370FC5B8B3}" destId="{52DF7D26-EDAE-462F-B489-18BF13AEB238}" srcOrd="1" destOrd="0" presId="urn:microsoft.com/office/officeart/2018/2/layout/IconVerticalSolidList"/>
    <dgm:cxn modelId="{85596394-AFDB-47B8-9061-5A96156FD2A4}" type="presParOf" srcId="{7A1A3FD7-F171-430C-A318-B5370FC5B8B3}" destId="{702AFDA5-1404-4C8B-904D-CEA2FBEB43AD}" srcOrd="2" destOrd="0" presId="urn:microsoft.com/office/officeart/2018/2/layout/IconVerticalSolidList"/>
    <dgm:cxn modelId="{0FC9D074-1E94-4F97-89CC-2C9F513643CA}" type="presParOf" srcId="{7A1A3FD7-F171-430C-A318-B5370FC5B8B3}" destId="{A8F8EA87-BBD8-4EC5-96AC-220D796B29DA}" srcOrd="3" destOrd="0" presId="urn:microsoft.com/office/officeart/2018/2/layout/IconVerticalSolidList"/>
    <dgm:cxn modelId="{622EF950-F59E-44B1-879F-04DFF03BE5B6}" type="presParOf" srcId="{0909C5E6-74D0-47E7-B7FC-DB442E71DB68}" destId="{9B195C9E-1B36-4616-809A-6294ACD58013}" srcOrd="1" destOrd="0" presId="urn:microsoft.com/office/officeart/2018/2/layout/IconVerticalSolidList"/>
    <dgm:cxn modelId="{4CC76939-A4CD-4A80-9480-44BE9F98B00F}" type="presParOf" srcId="{0909C5E6-74D0-47E7-B7FC-DB442E71DB68}" destId="{1F311B6D-8EFC-4792-8FCE-D0E1CB98D89E}" srcOrd="2" destOrd="0" presId="urn:microsoft.com/office/officeart/2018/2/layout/IconVerticalSolidList"/>
    <dgm:cxn modelId="{E8156B89-8AC2-4A00-83F3-F31A8E7A363B}" type="presParOf" srcId="{1F311B6D-8EFC-4792-8FCE-D0E1CB98D89E}" destId="{5B9C35A4-7580-4458-BDB8-4C4696A4C8CD}" srcOrd="0" destOrd="0" presId="urn:microsoft.com/office/officeart/2018/2/layout/IconVerticalSolidList"/>
    <dgm:cxn modelId="{7CC11B2B-D88B-4A21-A95C-529A588DB0CF}" type="presParOf" srcId="{1F311B6D-8EFC-4792-8FCE-D0E1CB98D89E}" destId="{280BF67A-8A20-4D2B-8F12-23C435879BCB}" srcOrd="1" destOrd="0" presId="urn:microsoft.com/office/officeart/2018/2/layout/IconVerticalSolidList"/>
    <dgm:cxn modelId="{051F9B9E-3289-4D40-86F1-EFA5D732D706}" type="presParOf" srcId="{1F311B6D-8EFC-4792-8FCE-D0E1CB98D89E}" destId="{97CB14D5-28B1-40BE-B4AB-4F2A6CC0DF22}" srcOrd="2" destOrd="0" presId="urn:microsoft.com/office/officeart/2018/2/layout/IconVerticalSolidList"/>
    <dgm:cxn modelId="{BE1E2B36-69CA-4945-B4C8-0F230DC0C13D}" type="presParOf" srcId="{1F311B6D-8EFC-4792-8FCE-D0E1CB98D89E}" destId="{F52F7788-039C-47C6-8DA9-99AD6393DC04}" srcOrd="3" destOrd="0" presId="urn:microsoft.com/office/officeart/2018/2/layout/IconVerticalSolidList"/>
    <dgm:cxn modelId="{092FB962-EB4D-41BE-B144-B42707A1505B}" type="presParOf" srcId="{0909C5E6-74D0-47E7-B7FC-DB442E71DB68}" destId="{627993E8-7F0D-45D3-AAE8-7D0000B4D45F}" srcOrd="3" destOrd="0" presId="urn:microsoft.com/office/officeart/2018/2/layout/IconVerticalSolidList"/>
    <dgm:cxn modelId="{DFA26019-76FF-4F9B-BB8B-37A8E7BA3F43}" type="presParOf" srcId="{0909C5E6-74D0-47E7-B7FC-DB442E71DB68}" destId="{DAF9B84F-F22B-4952-AE50-DA2D67F4B9FA}" srcOrd="4" destOrd="0" presId="urn:microsoft.com/office/officeart/2018/2/layout/IconVerticalSolidList"/>
    <dgm:cxn modelId="{7C79E8E6-AB09-4662-9A81-AE0E9CEBEEB1}" type="presParOf" srcId="{DAF9B84F-F22B-4952-AE50-DA2D67F4B9FA}" destId="{22D8B6F5-A230-4C4F-BC43-C16F8FC19EC8}" srcOrd="0" destOrd="0" presId="urn:microsoft.com/office/officeart/2018/2/layout/IconVerticalSolidList"/>
    <dgm:cxn modelId="{8AB43C15-E7DB-4B7B-A7A4-C1F53DE9FFFF}" type="presParOf" srcId="{DAF9B84F-F22B-4952-AE50-DA2D67F4B9FA}" destId="{1B99E305-ED28-41DF-BDDE-97BC8EB46D78}" srcOrd="1" destOrd="0" presId="urn:microsoft.com/office/officeart/2018/2/layout/IconVerticalSolidList"/>
    <dgm:cxn modelId="{0983EB86-5C71-4477-8FA6-DF4BFD4F1177}" type="presParOf" srcId="{DAF9B84F-F22B-4952-AE50-DA2D67F4B9FA}" destId="{304ACAB4-0C34-4EAB-AD8B-37F56733C7BB}" srcOrd="2" destOrd="0" presId="urn:microsoft.com/office/officeart/2018/2/layout/IconVerticalSolidList"/>
    <dgm:cxn modelId="{F6833DF7-8417-49F8-A47D-10E8692CB62E}" type="presParOf" srcId="{DAF9B84F-F22B-4952-AE50-DA2D67F4B9FA}" destId="{71357FAA-D19E-4FA0-9FBE-28DD31086954}" srcOrd="3" destOrd="0" presId="urn:microsoft.com/office/officeart/2018/2/layout/IconVerticalSolidList"/>
    <dgm:cxn modelId="{4514DBEB-26FF-4A3E-B3FC-781E6F1A4E23}" type="presParOf" srcId="{0909C5E6-74D0-47E7-B7FC-DB442E71DB68}" destId="{CDB6CFC5-4830-439B-A712-EA129695707F}" srcOrd="5" destOrd="0" presId="urn:microsoft.com/office/officeart/2018/2/layout/IconVerticalSolidList"/>
    <dgm:cxn modelId="{60AAEAA0-CFCD-446D-AA67-1DB2670DBAD4}" type="presParOf" srcId="{0909C5E6-74D0-47E7-B7FC-DB442E71DB68}" destId="{E48A3832-8B0E-41C3-8FD7-2BB0FF34E594}" srcOrd="6" destOrd="0" presId="urn:microsoft.com/office/officeart/2018/2/layout/IconVerticalSolidList"/>
    <dgm:cxn modelId="{A135A3A4-0C91-4317-BECE-28B048241851}" type="presParOf" srcId="{E48A3832-8B0E-41C3-8FD7-2BB0FF34E594}" destId="{F4A56FED-571E-407D-B88F-7853DF457413}" srcOrd="0" destOrd="0" presId="urn:microsoft.com/office/officeart/2018/2/layout/IconVerticalSolidList"/>
    <dgm:cxn modelId="{77C92A41-85BF-4629-B2AC-4BC5FB6B0233}" type="presParOf" srcId="{E48A3832-8B0E-41C3-8FD7-2BB0FF34E594}" destId="{81DBD42B-87E1-472D-941E-ACF72AACCC8F}" srcOrd="1" destOrd="0" presId="urn:microsoft.com/office/officeart/2018/2/layout/IconVerticalSolidList"/>
    <dgm:cxn modelId="{10D8FE01-C640-4580-9A8E-97C0390FBFB2}" type="presParOf" srcId="{E48A3832-8B0E-41C3-8FD7-2BB0FF34E594}" destId="{B08BC357-E4C3-4987-9534-51E0983E62D1}" srcOrd="2" destOrd="0" presId="urn:microsoft.com/office/officeart/2018/2/layout/IconVerticalSolidList"/>
    <dgm:cxn modelId="{A92EA5AB-3047-43AB-83C2-E9C8264402AB}" type="presParOf" srcId="{E48A3832-8B0E-41C3-8FD7-2BB0FF34E594}" destId="{46C78114-D96F-46E6-992F-206CEDC177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552FE5-B63F-45A0-83CD-0620256E66CA}" type="doc">
      <dgm:prSet loTypeId="urn:microsoft.com/office/officeart/2016/7/layout/RepeatingBendingProcessNew" loCatId="process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157566F9-FA14-4AB1-9790-3F95A587C36C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Capteurs</a:t>
          </a:r>
          <a:r>
            <a:rPr lang="fr-FR" sz="1400" baseline="0" noProof="0" dirty="0"/>
            <a:t> </a:t>
          </a:r>
        </a:p>
        <a:p>
          <a:pPr>
            <a:lnSpc>
              <a:spcPct val="100000"/>
            </a:lnSpc>
          </a:pPr>
          <a:r>
            <a:rPr lang="fr-FR" sz="1400" baseline="0" noProof="0" dirty="0"/>
            <a:t>présence ultrason HC-S04</a:t>
          </a:r>
        </a:p>
        <a:p>
          <a:pPr>
            <a:lnSpc>
              <a:spcPct val="100000"/>
            </a:lnSpc>
          </a:pPr>
          <a:r>
            <a:rPr lang="fr-FR" sz="1400" baseline="0" noProof="0" dirty="0"/>
            <a:t>Température DHT11</a:t>
          </a:r>
        </a:p>
        <a:p>
          <a:pPr>
            <a:lnSpc>
              <a:spcPct val="100000"/>
            </a:lnSpc>
          </a:pPr>
          <a:r>
            <a:rPr lang="fr-FR" sz="1400" baseline="0" noProof="0" dirty="0"/>
            <a:t>Qualité de gaz</a:t>
          </a:r>
          <a:endParaRPr lang="fr-FR" sz="1400" noProof="0" dirty="0"/>
        </a:p>
      </dgm:t>
    </dgm:pt>
    <dgm:pt modelId="{F95AF460-6AA1-40F7-A55F-B769BF579E7A}" type="parTrans" cxnId="{CE1BBFD4-DB34-4890-89F8-4499AA459FF8}">
      <dgm:prSet/>
      <dgm:spPr/>
      <dgm:t>
        <a:bodyPr/>
        <a:lstStyle/>
        <a:p>
          <a:endParaRPr lang="en-US" sz="1400"/>
        </a:p>
      </dgm:t>
    </dgm:pt>
    <dgm:pt modelId="{43F71C08-AB35-4462-AB00-C4EED8C782D0}" type="sibTrans" cxnId="{CE1BBFD4-DB34-4890-89F8-4499AA459FF8}">
      <dgm:prSet/>
      <dgm:spPr/>
      <dgm:t>
        <a:bodyPr/>
        <a:lstStyle/>
        <a:p>
          <a:endParaRPr lang="en-US" sz="1400"/>
        </a:p>
      </dgm:t>
    </dgm:pt>
    <dgm:pt modelId="{7E314F1A-35F2-4DAC-AB9C-103C8A745264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Actionneurs </a:t>
          </a:r>
        </a:p>
        <a:p>
          <a:pPr>
            <a:lnSpc>
              <a:spcPct val="100000"/>
            </a:lnSpc>
          </a:pPr>
          <a:r>
            <a:rPr lang="fr-FR" sz="1400" noProof="0" dirty="0"/>
            <a:t>Servomoteurs</a:t>
          </a:r>
        </a:p>
        <a:p>
          <a:pPr>
            <a:lnSpc>
              <a:spcPct val="100000"/>
            </a:lnSpc>
          </a:pPr>
          <a:r>
            <a:rPr lang="fr-FR" sz="1400" noProof="0" dirty="0"/>
            <a:t>Module de sons ADA3885 et Haut parleurs</a:t>
          </a:r>
        </a:p>
        <a:p>
          <a:pPr>
            <a:lnSpc>
              <a:spcPct val="100000"/>
            </a:lnSpc>
          </a:pPr>
          <a:r>
            <a:rPr lang="fr-FR" sz="1400" noProof="0" dirty="0" err="1"/>
            <a:t>Led</a:t>
          </a:r>
          <a:r>
            <a:rPr lang="fr-FR" sz="1400" noProof="0" dirty="0"/>
            <a:t> et Resistance</a:t>
          </a:r>
        </a:p>
      </dgm:t>
    </dgm:pt>
    <dgm:pt modelId="{FD59CD9D-D12C-40FA-B089-C891BC7B99D7}" type="parTrans" cxnId="{57C3DCF3-EFC6-4F59-B04D-9401A86DF69D}">
      <dgm:prSet/>
      <dgm:spPr/>
      <dgm:t>
        <a:bodyPr/>
        <a:lstStyle/>
        <a:p>
          <a:endParaRPr lang="en-US" sz="1400"/>
        </a:p>
      </dgm:t>
    </dgm:pt>
    <dgm:pt modelId="{F8ABF594-C5E2-494E-B698-480F7F1BB22D}" type="sibTrans" cxnId="{57C3DCF3-EFC6-4F59-B04D-9401A86DF69D}">
      <dgm:prSet/>
      <dgm:spPr/>
      <dgm:t>
        <a:bodyPr/>
        <a:lstStyle/>
        <a:p>
          <a:endParaRPr lang="en-US" sz="1400"/>
        </a:p>
      </dgm:t>
    </dgm:pt>
    <dgm:pt modelId="{9BC23DDD-8BF2-41E7-898F-0E7C710EF992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Microcontrôleurs et gestion</a:t>
          </a:r>
        </a:p>
        <a:p>
          <a:pPr>
            <a:lnSpc>
              <a:spcPct val="100000"/>
            </a:lnSpc>
          </a:pPr>
          <a:r>
            <a:rPr lang="fr-FR" sz="1400" noProof="0" dirty="0"/>
            <a:t>ESPCAM 32 AI THINKER</a:t>
          </a:r>
        </a:p>
        <a:p>
          <a:pPr>
            <a:lnSpc>
              <a:spcPct val="100000"/>
            </a:lnSpc>
          </a:pPr>
          <a:r>
            <a:rPr lang="fr-FR" sz="1400" noProof="0" dirty="0"/>
            <a:t>Carte SD Micro 32GB</a:t>
          </a:r>
        </a:p>
        <a:p>
          <a:pPr>
            <a:lnSpc>
              <a:spcPct val="100000"/>
            </a:lnSpc>
          </a:pPr>
          <a:r>
            <a:rPr lang="fr-FR" sz="1400" noProof="0" dirty="0"/>
            <a:t>Module GSM + Carte SIM M2M</a:t>
          </a:r>
        </a:p>
        <a:p>
          <a:endParaRPr lang="fr-FR" sz="1400" noProof="0" dirty="0"/>
        </a:p>
      </dgm:t>
    </dgm:pt>
    <dgm:pt modelId="{657026B4-22CA-48A6-AC55-8F31C97ECB14}" type="parTrans" cxnId="{ADAB3451-D1FB-44B5-A329-AF146B7AB2AD}">
      <dgm:prSet/>
      <dgm:spPr/>
      <dgm:t>
        <a:bodyPr/>
        <a:lstStyle/>
        <a:p>
          <a:endParaRPr lang="en-US" sz="1400"/>
        </a:p>
      </dgm:t>
    </dgm:pt>
    <dgm:pt modelId="{4BD37522-DBDB-444C-A6CA-384F15CC33BF}" type="sibTrans" cxnId="{ADAB3451-D1FB-44B5-A329-AF146B7AB2AD}">
      <dgm:prSet/>
      <dgm:spPr/>
      <dgm:t>
        <a:bodyPr/>
        <a:lstStyle/>
        <a:p>
          <a:endParaRPr lang="en-US" sz="1400"/>
        </a:p>
      </dgm:t>
    </dgm:pt>
    <dgm:pt modelId="{2A29466D-B589-4609-B9C5-E717A850D5ED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sz="1400" b="1" noProof="0" dirty="0"/>
            <a:t>Algorithme IA </a:t>
          </a:r>
        </a:p>
        <a:p>
          <a:pPr>
            <a:lnSpc>
              <a:spcPct val="100000"/>
            </a:lnSpc>
          </a:pPr>
          <a:r>
            <a:rPr lang="fr-FR" sz="1400" noProof="0" dirty="0"/>
            <a:t>Edge impulse YOLO MODEL</a:t>
          </a:r>
        </a:p>
        <a:p>
          <a:endParaRPr lang="fr-FR" sz="1400" noProof="0" dirty="0"/>
        </a:p>
      </dgm:t>
    </dgm:pt>
    <dgm:pt modelId="{B64A749F-E2D7-45B1-AC40-FB56FBC17E90}" type="parTrans" cxnId="{92548CBA-4186-4F93-A9F8-69AF6180A714}">
      <dgm:prSet/>
      <dgm:spPr/>
      <dgm:t>
        <a:bodyPr/>
        <a:lstStyle/>
        <a:p>
          <a:endParaRPr lang="fr-FR" sz="1400"/>
        </a:p>
      </dgm:t>
    </dgm:pt>
    <dgm:pt modelId="{39C81E58-E4C8-40D6-AEC6-AB0FB07045DC}" type="sibTrans" cxnId="{92548CBA-4186-4F93-A9F8-69AF6180A714}">
      <dgm:prSet/>
      <dgm:spPr/>
      <dgm:t>
        <a:bodyPr/>
        <a:lstStyle/>
        <a:p>
          <a:endParaRPr lang="fr-FR" sz="1400"/>
        </a:p>
      </dgm:t>
    </dgm:pt>
    <dgm:pt modelId="{D210BDC8-A6DF-4585-A210-C3D50701316B}" type="pres">
      <dgm:prSet presAssocID="{14552FE5-B63F-45A0-83CD-0620256E66CA}" presName="Name0" presStyleCnt="0">
        <dgm:presLayoutVars>
          <dgm:dir/>
          <dgm:resizeHandles val="exact"/>
        </dgm:presLayoutVars>
      </dgm:prSet>
      <dgm:spPr/>
    </dgm:pt>
    <dgm:pt modelId="{74C8E37D-3A68-4A23-9B81-42A85B97EA7D}" type="pres">
      <dgm:prSet presAssocID="{157566F9-FA14-4AB1-9790-3F95A587C36C}" presName="node" presStyleLbl="node1" presStyleIdx="0" presStyleCnt="4">
        <dgm:presLayoutVars>
          <dgm:bulletEnabled val="1"/>
        </dgm:presLayoutVars>
      </dgm:prSet>
      <dgm:spPr/>
    </dgm:pt>
    <dgm:pt modelId="{5E3BD7AE-9C44-47C9-BAFC-890F42EF42DB}" type="pres">
      <dgm:prSet presAssocID="{43F71C08-AB35-4462-AB00-C4EED8C782D0}" presName="sibTrans" presStyleLbl="sibTrans1D1" presStyleIdx="0" presStyleCnt="3"/>
      <dgm:spPr/>
    </dgm:pt>
    <dgm:pt modelId="{F35356D2-4220-4D29-9E0F-721709AA5D9E}" type="pres">
      <dgm:prSet presAssocID="{43F71C08-AB35-4462-AB00-C4EED8C782D0}" presName="connectorText" presStyleLbl="sibTrans1D1" presStyleIdx="0" presStyleCnt="3"/>
      <dgm:spPr/>
    </dgm:pt>
    <dgm:pt modelId="{7DABD760-0E1C-4D49-861A-7EFBBB181AB7}" type="pres">
      <dgm:prSet presAssocID="{7E314F1A-35F2-4DAC-AB9C-103C8A745264}" presName="node" presStyleLbl="node1" presStyleIdx="1" presStyleCnt="4">
        <dgm:presLayoutVars>
          <dgm:bulletEnabled val="1"/>
        </dgm:presLayoutVars>
      </dgm:prSet>
      <dgm:spPr/>
    </dgm:pt>
    <dgm:pt modelId="{02C8A86F-1CBF-4E38-9477-DE587B00B6FF}" type="pres">
      <dgm:prSet presAssocID="{F8ABF594-C5E2-494E-B698-480F7F1BB22D}" presName="sibTrans" presStyleLbl="sibTrans1D1" presStyleIdx="1" presStyleCnt="3"/>
      <dgm:spPr/>
    </dgm:pt>
    <dgm:pt modelId="{52CBBD15-BCCC-413B-8052-79DD728CF7D8}" type="pres">
      <dgm:prSet presAssocID="{F8ABF594-C5E2-494E-B698-480F7F1BB22D}" presName="connectorText" presStyleLbl="sibTrans1D1" presStyleIdx="1" presStyleCnt="3"/>
      <dgm:spPr/>
    </dgm:pt>
    <dgm:pt modelId="{EB5DC12B-A55C-4D61-9F04-29E6A140CD23}" type="pres">
      <dgm:prSet presAssocID="{9BC23DDD-8BF2-41E7-898F-0E7C710EF992}" presName="node" presStyleLbl="node1" presStyleIdx="2" presStyleCnt="4">
        <dgm:presLayoutVars>
          <dgm:bulletEnabled val="1"/>
        </dgm:presLayoutVars>
      </dgm:prSet>
      <dgm:spPr/>
    </dgm:pt>
    <dgm:pt modelId="{D4039FDE-EAA0-462E-A8A5-FF7C4301A128}" type="pres">
      <dgm:prSet presAssocID="{4BD37522-DBDB-444C-A6CA-384F15CC33BF}" presName="sibTrans" presStyleLbl="sibTrans1D1" presStyleIdx="2" presStyleCnt="3"/>
      <dgm:spPr/>
    </dgm:pt>
    <dgm:pt modelId="{2AD4D393-47CB-44E4-9678-451D81105C91}" type="pres">
      <dgm:prSet presAssocID="{4BD37522-DBDB-444C-A6CA-384F15CC33BF}" presName="connectorText" presStyleLbl="sibTrans1D1" presStyleIdx="2" presStyleCnt="3"/>
      <dgm:spPr/>
    </dgm:pt>
    <dgm:pt modelId="{F407F5D6-ED13-4FB1-BF96-D40A96665564}" type="pres">
      <dgm:prSet presAssocID="{2A29466D-B589-4609-B9C5-E717A850D5ED}" presName="node" presStyleLbl="node1" presStyleIdx="3" presStyleCnt="4">
        <dgm:presLayoutVars>
          <dgm:bulletEnabled val="1"/>
        </dgm:presLayoutVars>
      </dgm:prSet>
      <dgm:spPr/>
    </dgm:pt>
  </dgm:ptLst>
  <dgm:cxnLst>
    <dgm:cxn modelId="{106FB803-B965-4A28-82E5-45ECE7EDB7FF}" type="presOf" srcId="{F8ABF594-C5E2-494E-B698-480F7F1BB22D}" destId="{02C8A86F-1CBF-4E38-9477-DE587B00B6FF}" srcOrd="0" destOrd="0" presId="urn:microsoft.com/office/officeart/2016/7/layout/RepeatingBendingProcessNew"/>
    <dgm:cxn modelId="{C0F6DC15-5B04-4508-8088-C07624E90634}" type="presOf" srcId="{43F71C08-AB35-4462-AB00-C4EED8C782D0}" destId="{5E3BD7AE-9C44-47C9-BAFC-890F42EF42DB}" srcOrd="0" destOrd="0" presId="urn:microsoft.com/office/officeart/2016/7/layout/RepeatingBendingProcessNew"/>
    <dgm:cxn modelId="{35FA7E44-B853-4DEB-9383-E8B5C2D87B9D}" type="presOf" srcId="{9BC23DDD-8BF2-41E7-898F-0E7C710EF992}" destId="{EB5DC12B-A55C-4D61-9F04-29E6A140CD23}" srcOrd="0" destOrd="0" presId="urn:microsoft.com/office/officeart/2016/7/layout/RepeatingBendingProcessNew"/>
    <dgm:cxn modelId="{ADAB3451-D1FB-44B5-A329-AF146B7AB2AD}" srcId="{14552FE5-B63F-45A0-83CD-0620256E66CA}" destId="{9BC23DDD-8BF2-41E7-898F-0E7C710EF992}" srcOrd="2" destOrd="0" parTransId="{657026B4-22CA-48A6-AC55-8F31C97ECB14}" sibTransId="{4BD37522-DBDB-444C-A6CA-384F15CC33BF}"/>
    <dgm:cxn modelId="{956A1755-853F-4AB6-9E6E-CD4ECE244403}" type="presOf" srcId="{F8ABF594-C5E2-494E-B698-480F7F1BB22D}" destId="{52CBBD15-BCCC-413B-8052-79DD728CF7D8}" srcOrd="1" destOrd="0" presId="urn:microsoft.com/office/officeart/2016/7/layout/RepeatingBendingProcessNew"/>
    <dgm:cxn modelId="{FBED328E-FCC4-46E6-9A0B-57981630DD8F}" type="presOf" srcId="{4BD37522-DBDB-444C-A6CA-384F15CC33BF}" destId="{D4039FDE-EAA0-462E-A8A5-FF7C4301A128}" srcOrd="0" destOrd="0" presId="urn:microsoft.com/office/officeart/2016/7/layout/RepeatingBendingProcessNew"/>
    <dgm:cxn modelId="{3301F790-5EE0-4DF1-B447-A4FB265F4052}" type="presOf" srcId="{4BD37522-DBDB-444C-A6CA-384F15CC33BF}" destId="{2AD4D393-47CB-44E4-9678-451D81105C91}" srcOrd="1" destOrd="0" presId="urn:microsoft.com/office/officeart/2016/7/layout/RepeatingBendingProcessNew"/>
    <dgm:cxn modelId="{C1EC4E9F-ECF6-4858-BFA4-2C3C664CB954}" type="presOf" srcId="{14552FE5-B63F-45A0-83CD-0620256E66CA}" destId="{D210BDC8-A6DF-4585-A210-C3D50701316B}" srcOrd="0" destOrd="0" presId="urn:microsoft.com/office/officeart/2016/7/layout/RepeatingBendingProcessNew"/>
    <dgm:cxn modelId="{92548CBA-4186-4F93-A9F8-69AF6180A714}" srcId="{14552FE5-B63F-45A0-83CD-0620256E66CA}" destId="{2A29466D-B589-4609-B9C5-E717A850D5ED}" srcOrd="3" destOrd="0" parTransId="{B64A749F-E2D7-45B1-AC40-FB56FBC17E90}" sibTransId="{39C81E58-E4C8-40D6-AEC6-AB0FB07045DC}"/>
    <dgm:cxn modelId="{0EC852BF-D214-4AF2-99DD-7A0A40D02DB4}" type="presOf" srcId="{43F71C08-AB35-4462-AB00-C4EED8C782D0}" destId="{F35356D2-4220-4D29-9E0F-721709AA5D9E}" srcOrd="1" destOrd="0" presId="urn:microsoft.com/office/officeart/2016/7/layout/RepeatingBendingProcessNew"/>
    <dgm:cxn modelId="{52058CCC-0B10-412F-AD6E-39519D88AC37}" type="presOf" srcId="{2A29466D-B589-4609-B9C5-E717A850D5ED}" destId="{F407F5D6-ED13-4FB1-BF96-D40A96665564}" srcOrd="0" destOrd="0" presId="urn:microsoft.com/office/officeart/2016/7/layout/RepeatingBendingProcessNew"/>
    <dgm:cxn modelId="{CE1BBFD4-DB34-4890-89F8-4499AA459FF8}" srcId="{14552FE5-B63F-45A0-83CD-0620256E66CA}" destId="{157566F9-FA14-4AB1-9790-3F95A587C36C}" srcOrd="0" destOrd="0" parTransId="{F95AF460-6AA1-40F7-A55F-B769BF579E7A}" sibTransId="{43F71C08-AB35-4462-AB00-C4EED8C782D0}"/>
    <dgm:cxn modelId="{8B24FAE5-F37A-4F0C-8C6C-96711D09D8E0}" type="presOf" srcId="{7E314F1A-35F2-4DAC-AB9C-103C8A745264}" destId="{7DABD760-0E1C-4D49-861A-7EFBBB181AB7}" srcOrd="0" destOrd="0" presId="urn:microsoft.com/office/officeart/2016/7/layout/RepeatingBendingProcessNew"/>
    <dgm:cxn modelId="{57C3DCF3-EFC6-4F59-B04D-9401A86DF69D}" srcId="{14552FE5-B63F-45A0-83CD-0620256E66CA}" destId="{7E314F1A-35F2-4DAC-AB9C-103C8A745264}" srcOrd="1" destOrd="0" parTransId="{FD59CD9D-D12C-40FA-B089-C891BC7B99D7}" sibTransId="{F8ABF594-C5E2-494E-B698-480F7F1BB22D}"/>
    <dgm:cxn modelId="{E946D0FA-4415-4E30-8961-BB42E84AE203}" type="presOf" srcId="{157566F9-FA14-4AB1-9790-3F95A587C36C}" destId="{74C8E37D-3A68-4A23-9B81-42A85B97EA7D}" srcOrd="0" destOrd="0" presId="urn:microsoft.com/office/officeart/2016/7/layout/RepeatingBendingProcessNew"/>
    <dgm:cxn modelId="{C9F4C3AD-FBDB-4D56-B940-CCD19DECFA77}" type="presParOf" srcId="{D210BDC8-A6DF-4585-A210-C3D50701316B}" destId="{74C8E37D-3A68-4A23-9B81-42A85B97EA7D}" srcOrd="0" destOrd="0" presId="urn:microsoft.com/office/officeart/2016/7/layout/RepeatingBendingProcessNew"/>
    <dgm:cxn modelId="{EA0ED718-4014-4516-9D70-AAC12994C8D8}" type="presParOf" srcId="{D210BDC8-A6DF-4585-A210-C3D50701316B}" destId="{5E3BD7AE-9C44-47C9-BAFC-890F42EF42DB}" srcOrd="1" destOrd="0" presId="urn:microsoft.com/office/officeart/2016/7/layout/RepeatingBendingProcessNew"/>
    <dgm:cxn modelId="{97B9F506-C77D-4A31-BA0E-B06251D0E642}" type="presParOf" srcId="{5E3BD7AE-9C44-47C9-BAFC-890F42EF42DB}" destId="{F35356D2-4220-4D29-9E0F-721709AA5D9E}" srcOrd="0" destOrd="0" presId="urn:microsoft.com/office/officeart/2016/7/layout/RepeatingBendingProcessNew"/>
    <dgm:cxn modelId="{DF350E36-D3EF-40D0-B35F-4B8A36EC31FB}" type="presParOf" srcId="{D210BDC8-A6DF-4585-A210-C3D50701316B}" destId="{7DABD760-0E1C-4D49-861A-7EFBBB181AB7}" srcOrd="2" destOrd="0" presId="urn:microsoft.com/office/officeart/2016/7/layout/RepeatingBendingProcessNew"/>
    <dgm:cxn modelId="{738EB2BE-732E-4A79-810B-71E93CDCE001}" type="presParOf" srcId="{D210BDC8-A6DF-4585-A210-C3D50701316B}" destId="{02C8A86F-1CBF-4E38-9477-DE587B00B6FF}" srcOrd="3" destOrd="0" presId="urn:microsoft.com/office/officeart/2016/7/layout/RepeatingBendingProcessNew"/>
    <dgm:cxn modelId="{1C2A20C0-5C45-4A89-B718-AFDDC0A34B22}" type="presParOf" srcId="{02C8A86F-1CBF-4E38-9477-DE587B00B6FF}" destId="{52CBBD15-BCCC-413B-8052-79DD728CF7D8}" srcOrd="0" destOrd="0" presId="urn:microsoft.com/office/officeart/2016/7/layout/RepeatingBendingProcessNew"/>
    <dgm:cxn modelId="{646E95D5-3860-4414-BF8A-A2C29C745474}" type="presParOf" srcId="{D210BDC8-A6DF-4585-A210-C3D50701316B}" destId="{EB5DC12B-A55C-4D61-9F04-29E6A140CD23}" srcOrd="4" destOrd="0" presId="urn:microsoft.com/office/officeart/2016/7/layout/RepeatingBendingProcessNew"/>
    <dgm:cxn modelId="{74364D6D-1896-4C3E-A579-0F1A0DA711BE}" type="presParOf" srcId="{D210BDC8-A6DF-4585-A210-C3D50701316B}" destId="{D4039FDE-EAA0-462E-A8A5-FF7C4301A128}" srcOrd="5" destOrd="0" presId="urn:microsoft.com/office/officeart/2016/7/layout/RepeatingBendingProcessNew"/>
    <dgm:cxn modelId="{906488F3-9FCE-4184-8805-FAB62F8A2D22}" type="presParOf" srcId="{D4039FDE-EAA0-462E-A8A5-FF7C4301A128}" destId="{2AD4D393-47CB-44E4-9678-451D81105C91}" srcOrd="0" destOrd="0" presId="urn:microsoft.com/office/officeart/2016/7/layout/RepeatingBendingProcessNew"/>
    <dgm:cxn modelId="{9C0677A9-22FD-46AF-A8BE-B3999B0D2C63}" type="presParOf" srcId="{D210BDC8-A6DF-4585-A210-C3D50701316B}" destId="{F407F5D6-ED13-4FB1-BF96-D40A96665564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552FE5-B63F-45A0-83CD-0620256E66CA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7566F9-FA14-4AB1-9790-3F95A587C36C}">
      <dgm:prSet custT="1"/>
      <dgm:spPr/>
      <dgm:t>
        <a:bodyPr/>
        <a:lstStyle/>
        <a:p>
          <a:r>
            <a:rPr lang="fr-FR" sz="1400" b="1" baseline="0" noProof="0" dirty="0" err="1"/>
            <a:t>Hosting</a:t>
          </a:r>
          <a:r>
            <a:rPr lang="fr-FR" sz="1400" b="1" baseline="0" noProof="0" dirty="0"/>
            <a:t> et Server</a:t>
          </a:r>
        </a:p>
        <a:p>
          <a:r>
            <a:rPr lang="fr-FR" sz="1400" baseline="0" noProof="0" dirty="0"/>
            <a:t>Google cloud </a:t>
          </a:r>
          <a:r>
            <a:rPr lang="fr-FR" sz="1400" baseline="0" noProof="0" dirty="0" err="1"/>
            <a:t>plateform</a:t>
          </a:r>
          <a:endParaRPr lang="fr-FR" sz="1400" baseline="0" noProof="0" dirty="0"/>
        </a:p>
        <a:p>
          <a:r>
            <a:rPr lang="fr-FR" sz="1400" baseline="0" noProof="0" dirty="0"/>
            <a:t>Firebase</a:t>
          </a:r>
        </a:p>
      </dgm:t>
    </dgm:pt>
    <dgm:pt modelId="{F95AF460-6AA1-40F7-A55F-B769BF579E7A}" type="parTrans" cxnId="{CE1BBFD4-DB34-4890-89F8-4499AA459FF8}">
      <dgm:prSet/>
      <dgm:spPr/>
      <dgm:t>
        <a:bodyPr/>
        <a:lstStyle/>
        <a:p>
          <a:endParaRPr lang="en-US" sz="1400"/>
        </a:p>
      </dgm:t>
    </dgm:pt>
    <dgm:pt modelId="{43F71C08-AB35-4462-AB00-C4EED8C782D0}" type="sibTrans" cxnId="{CE1BBFD4-DB34-4890-89F8-4499AA459FF8}">
      <dgm:prSet custT="1"/>
      <dgm:spPr/>
      <dgm:t>
        <a:bodyPr/>
        <a:lstStyle/>
        <a:p>
          <a:endParaRPr lang="en-US" sz="1400"/>
        </a:p>
      </dgm:t>
    </dgm:pt>
    <dgm:pt modelId="{7E314F1A-35F2-4DAC-AB9C-103C8A745264}">
      <dgm:prSet custT="1"/>
      <dgm:spPr/>
      <dgm:t>
        <a:bodyPr/>
        <a:lstStyle/>
        <a:p>
          <a:r>
            <a:rPr lang="fr-FR" sz="1400" b="1" noProof="0" dirty="0"/>
            <a:t>Langage</a:t>
          </a:r>
        </a:p>
        <a:p>
          <a:r>
            <a:rPr lang="fr-FR" sz="1400" noProof="0" dirty="0"/>
            <a:t>Dart + Flutter</a:t>
          </a:r>
        </a:p>
      </dgm:t>
    </dgm:pt>
    <dgm:pt modelId="{FD59CD9D-D12C-40FA-B089-C891BC7B99D7}" type="parTrans" cxnId="{57C3DCF3-EFC6-4F59-B04D-9401A86DF69D}">
      <dgm:prSet/>
      <dgm:spPr/>
      <dgm:t>
        <a:bodyPr/>
        <a:lstStyle/>
        <a:p>
          <a:endParaRPr lang="en-US" sz="1400"/>
        </a:p>
      </dgm:t>
    </dgm:pt>
    <dgm:pt modelId="{F8ABF594-C5E2-494E-B698-480F7F1BB22D}" type="sibTrans" cxnId="{57C3DCF3-EFC6-4F59-B04D-9401A86DF69D}">
      <dgm:prSet custT="1"/>
      <dgm:spPr/>
      <dgm:t>
        <a:bodyPr/>
        <a:lstStyle/>
        <a:p>
          <a:endParaRPr lang="en-US" sz="1400"/>
        </a:p>
      </dgm:t>
    </dgm:pt>
    <dgm:pt modelId="{9BC23DDD-8BF2-41E7-898F-0E7C710EF992}">
      <dgm:prSet custT="1"/>
      <dgm:spPr/>
      <dgm:t>
        <a:bodyPr/>
        <a:lstStyle/>
        <a:p>
          <a:r>
            <a:rPr lang="fr-FR" sz="1400" b="1" noProof="0" dirty="0"/>
            <a:t>Base de donnée</a:t>
          </a:r>
        </a:p>
        <a:p>
          <a:r>
            <a:rPr lang="fr-FR" sz="1400" noProof="0" dirty="0"/>
            <a:t>Mango DB</a:t>
          </a:r>
        </a:p>
        <a:p>
          <a:endParaRPr lang="fr-FR" sz="1400" noProof="0" dirty="0"/>
        </a:p>
      </dgm:t>
    </dgm:pt>
    <dgm:pt modelId="{657026B4-22CA-48A6-AC55-8F31C97ECB14}" type="parTrans" cxnId="{ADAB3451-D1FB-44B5-A329-AF146B7AB2AD}">
      <dgm:prSet/>
      <dgm:spPr/>
      <dgm:t>
        <a:bodyPr/>
        <a:lstStyle/>
        <a:p>
          <a:endParaRPr lang="en-US" sz="1400"/>
        </a:p>
      </dgm:t>
    </dgm:pt>
    <dgm:pt modelId="{4BD37522-DBDB-444C-A6CA-384F15CC33BF}" type="sibTrans" cxnId="{ADAB3451-D1FB-44B5-A329-AF146B7AB2AD}">
      <dgm:prSet/>
      <dgm:spPr/>
      <dgm:t>
        <a:bodyPr/>
        <a:lstStyle/>
        <a:p>
          <a:endParaRPr lang="en-US" sz="1400"/>
        </a:p>
      </dgm:t>
    </dgm:pt>
    <dgm:pt modelId="{4B682D86-22C0-4F5A-8A63-438C2874D86A}" type="pres">
      <dgm:prSet presAssocID="{14552FE5-B63F-45A0-83CD-0620256E66CA}" presName="Name0" presStyleCnt="0">
        <dgm:presLayoutVars>
          <dgm:dir/>
          <dgm:resizeHandles val="exact"/>
        </dgm:presLayoutVars>
      </dgm:prSet>
      <dgm:spPr/>
    </dgm:pt>
    <dgm:pt modelId="{C0A88B54-5BD0-44DD-96E8-28A6825068A3}" type="pres">
      <dgm:prSet presAssocID="{157566F9-FA14-4AB1-9790-3F95A587C36C}" presName="node" presStyleLbl="node1" presStyleIdx="0" presStyleCnt="3">
        <dgm:presLayoutVars>
          <dgm:bulletEnabled val="1"/>
        </dgm:presLayoutVars>
      </dgm:prSet>
      <dgm:spPr/>
    </dgm:pt>
    <dgm:pt modelId="{42B5686D-3A43-473F-9AA4-3A8362466F10}" type="pres">
      <dgm:prSet presAssocID="{43F71C08-AB35-4462-AB00-C4EED8C782D0}" presName="sibTrans" presStyleLbl="sibTrans1D1" presStyleIdx="0" presStyleCnt="2"/>
      <dgm:spPr/>
    </dgm:pt>
    <dgm:pt modelId="{D4A9B7EC-4BB8-44B5-9B06-2ACEA9D7516B}" type="pres">
      <dgm:prSet presAssocID="{43F71C08-AB35-4462-AB00-C4EED8C782D0}" presName="connectorText" presStyleLbl="sibTrans1D1" presStyleIdx="0" presStyleCnt="2"/>
      <dgm:spPr/>
    </dgm:pt>
    <dgm:pt modelId="{F9978210-9E50-42F9-9CBB-C4344DD363B1}" type="pres">
      <dgm:prSet presAssocID="{7E314F1A-35F2-4DAC-AB9C-103C8A745264}" presName="node" presStyleLbl="node1" presStyleIdx="1" presStyleCnt="3">
        <dgm:presLayoutVars>
          <dgm:bulletEnabled val="1"/>
        </dgm:presLayoutVars>
      </dgm:prSet>
      <dgm:spPr/>
    </dgm:pt>
    <dgm:pt modelId="{A0825928-6939-4D03-AAC1-7D9073D75F0A}" type="pres">
      <dgm:prSet presAssocID="{F8ABF594-C5E2-494E-B698-480F7F1BB22D}" presName="sibTrans" presStyleLbl="sibTrans1D1" presStyleIdx="1" presStyleCnt="2"/>
      <dgm:spPr/>
    </dgm:pt>
    <dgm:pt modelId="{C1E1A100-25C0-4EFB-BFDA-EAF42038ACC3}" type="pres">
      <dgm:prSet presAssocID="{F8ABF594-C5E2-494E-B698-480F7F1BB22D}" presName="connectorText" presStyleLbl="sibTrans1D1" presStyleIdx="1" presStyleCnt="2"/>
      <dgm:spPr/>
    </dgm:pt>
    <dgm:pt modelId="{BBCA20EA-DEF5-4170-A91C-6383627D8A2F}" type="pres">
      <dgm:prSet presAssocID="{9BC23DDD-8BF2-41E7-898F-0E7C710EF992}" presName="node" presStyleLbl="node1" presStyleIdx="2" presStyleCnt="3" custLinFactNeighborX="58033" custLinFactNeighborY="-253">
        <dgm:presLayoutVars>
          <dgm:bulletEnabled val="1"/>
        </dgm:presLayoutVars>
      </dgm:prSet>
      <dgm:spPr/>
    </dgm:pt>
  </dgm:ptLst>
  <dgm:cxnLst>
    <dgm:cxn modelId="{2B2E770F-2317-46AF-9EEF-D00AB74501A3}" type="presOf" srcId="{157566F9-FA14-4AB1-9790-3F95A587C36C}" destId="{C0A88B54-5BD0-44DD-96E8-28A6825068A3}" srcOrd="0" destOrd="0" presId="urn:microsoft.com/office/officeart/2016/7/layout/RepeatingBendingProcessNew"/>
    <dgm:cxn modelId="{42839732-BB00-4F82-8C79-7A6CF8B95F0A}" type="presOf" srcId="{43F71C08-AB35-4462-AB00-C4EED8C782D0}" destId="{D4A9B7EC-4BB8-44B5-9B06-2ACEA9D7516B}" srcOrd="1" destOrd="0" presId="urn:microsoft.com/office/officeart/2016/7/layout/RepeatingBendingProcessNew"/>
    <dgm:cxn modelId="{9F49915C-5137-4463-A47B-BEAA9FBCA9A5}" type="presOf" srcId="{F8ABF594-C5E2-494E-B698-480F7F1BB22D}" destId="{A0825928-6939-4D03-AAC1-7D9073D75F0A}" srcOrd="0" destOrd="0" presId="urn:microsoft.com/office/officeart/2016/7/layout/RepeatingBendingProcessNew"/>
    <dgm:cxn modelId="{ADAB3451-D1FB-44B5-A329-AF146B7AB2AD}" srcId="{14552FE5-B63F-45A0-83CD-0620256E66CA}" destId="{9BC23DDD-8BF2-41E7-898F-0E7C710EF992}" srcOrd="2" destOrd="0" parTransId="{657026B4-22CA-48A6-AC55-8F31C97ECB14}" sibTransId="{4BD37522-DBDB-444C-A6CA-384F15CC33BF}"/>
    <dgm:cxn modelId="{99329673-F3FB-4D0C-BEE4-B23F62F99B7E}" type="presOf" srcId="{14552FE5-B63F-45A0-83CD-0620256E66CA}" destId="{4B682D86-22C0-4F5A-8A63-438C2874D86A}" srcOrd="0" destOrd="0" presId="urn:microsoft.com/office/officeart/2016/7/layout/RepeatingBendingProcessNew"/>
    <dgm:cxn modelId="{D75FB5AC-7DC5-4DA3-9056-D1BBECF835A2}" type="presOf" srcId="{9BC23DDD-8BF2-41E7-898F-0E7C710EF992}" destId="{BBCA20EA-DEF5-4170-A91C-6383627D8A2F}" srcOrd="0" destOrd="0" presId="urn:microsoft.com/office/officeart/2016/7/layout/RepeatingBendingProcessNew"/>
    <dgm:cxn modelId="{B0E00BAD-5F36-43F3-98CC-5A0725F4C4A9}" type="presOf" srcId="{F8ABF594-C5E2-494E-B698-480F7F1BB22D}" destId="{C1E1A100-25C0-4EFB-BFDA-EAF42038ACC3}" srcOrd="1" destOrd="0" presId="urn:microsoft.com/office/officeart/2016/7/layout/RepeatingBendingProcessNew"/>
    <dgm:cxn modelId="{6342CEC0-AA29-4189-9B82-10D729CB289A}" type="presOf" srcId="{7E314F1A-35F2-4DAC-AB9C-103C8A745264}" destId="{F9978210-9E50-42F9-9CBB-C4344DD363B1}" srcOrd="0" destOrd="0" presId="urn:microsoft.com/office/officeart/2016/7/layout/RepeatingBendingProcessNew"/>
    <dgm:cxn modelId="{43F2D5C5-5749-4D48-9B8A-199B72F0562E}" type="presOf" srcId="{43F71C08-AB35-4462-AB00-C4EED8C782D0}" destId="{42B5686D-3A43-473F-9AA4-3A8362466F10}" srcOrd="0" destOrd="0" presId="urn:microsoft.com/office/officeart/2016/7/layout/RepeatingBendingProcessNew"/>
    <dgm:cxn modelId="{CE1BBFD4-DB34-4890-89F8-4499AA459FF8}" srcId="{14552FE5-B63F-45A0-83CD-0620256E66CA}" destId="{157566F9-FA14-4AB1-9790-3F95A587C36C}" srcOrd="0" destOrd="0" parTransId="{F95AF460-6AA1-40F7-A55F-B769BF579E7A}" sibTransId="{43F71C08-AB35-4462-AB00-C4EED8C782D0}"/>
    <dgm:cxn modelId="{57C3DCF3-EFC6-4F59-B04D-9401A86DF69D}" srcId="{14552FE5-B63F-45A0-83CD-0620256E66CA}" destId="{7E314F1A-35F2-4DAC-AB9C-103C8A745264}" srcOrd="1" destOrd="0" parTransId="{FD59CD9D-D12C-40FA-B089-C891BC7B99D7}" sibTransId="{F8ABF594-C5E2-494E-B698-480F7F1BB22D}"/>
    <dgm:cxn modelId="{FD983CD9-18F3-40E1-BDBF-72298DE0B0F8}" type="presParOf" srcId="{4B682D86-22C0-4F5A-8A63-438C2874D86A}" destId="{C0A88B54-5BD0-44DD-96E8-28A6825068A3}" srcOrd="0" destOrd="0" presId="urn:microsoft.com/office/officeart/2016/7/layout/RepeatingBendingProcessNew"/>
    <dgm:cxn modelId="{AC9474FE-6EE8-4E2A-84BB-9F5425456A04}" type="presParOf" srcId="{4B682D86-22C0-4F5A-8A63-438C2874D86A}" destId="{42B5686D-3A43-473F-9AA4-3A8362466F10}" srcOrd="1" destOrd="0" presId="urn:microsoft.com/office/officeart/2016/7/layout/RepeatingBendingProcessNew"/>
    <dgm:cxn modelId="{94D1B65A-A722-432D-A8EB-75AAF9D57AB7}" type="presParOf" srcId="{42B5686D-3A43-473F-9AA4-3A8362466F10}" destId="{D4A9B7EC-4BB8-44B5-9B06-2ACEA9D7516B}" srcOrd="0" destOrd="0" presId="urn:microsoft.com/office/officeart/2016/7/layout/RepeatingBendingProcessNew"/>
    <dgm:cxn modelId="{3919731D-0663-4D2C-8D16-790B9554930D}" type="presParOf" srcId="{4B682D86-22C0-4F5A-8A63-438C2874D86A}" destId="{F9978210-9E50-42F9-9CBB-C4344DD363B1}" srcOrd="2" destOrd="0" presId="urn:microsoft.com/office/officeart/2016/7/layout/RepeatingBendingProcessNew"/>
    <dgm:cxn modelId="{69F2F2B4-363C-4F54-A0C2-DCB20BBD7F46}" type="presParOf" srcId="{4B682D86-22C0-4F5A-8A63-438C2874D86A}" destId="{A0825928-6939-4D03-AAC1-7D9073D75F0A}" srcOrd="3" destOrd="0" presId="urn:microsoft.com/office/officeart/2016/7/layout/RepeatingBendingProcessNew"/>
    <dgm:cxn modelId="{FFF7FA23-BC1C-4B38-A72A-688002DCD690}" type="presParOf" srcId="{A0825928-6939-4D03-AAC1-7D9073D75F0A}" destId="{C1E1A100-25C0-4EFB-BFDA-EAF42038ACC3}" srcOrd="0" destOrd="0" presId="urn:microsoft.com/office/officeart/2016/7/layout/RepeatingBendingProcessNew"/>
    <dgm:cxn modelId="{75746F41-2256-4E7F-AE01-148108683EF8}" type="presParOf" srcId="{4B682D86-22C0-4F5A-8A63-438C2874D86A}" destId="{BBCA20EA-DEF5-4170-A91C-6383627D8A2F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552FE5-B63F-45A0-83CD-0620256E66C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57566F9-FA14-4AB1-9790-3F95A587C36C}">
      <dgm:prSet custT="1"/>
      <dgm:spPr/>
      <dgm:t>
        <a:bodyPr/>
        <a:lstStyle/>
        <a:p>
          <a:r>
            <a:rPr lang="fr-FR" sz="1400" b="1" baseline="0" noProof="0" dirty="0"/>
            <a:t>Conception PCB</a:t>
          </a:r>
        </a:p>
        <a:p>
          <a:r>
            <a:rPr lang="fr-FR" sz="1400" baseline="0" noProof="0" dirty="0" err="1"/>
            <a:t>Easy</a:t>
          </a:r>
          <a:r>
            <a:rPr lang="fr-FR" sz="1400" baseline="0" noProof="0" dirty="0"/>
            <a:t> EDA et ALTIUM DESIGN</a:t>
          </a:r>
        </a:p>
      </dgm:t>
    </dgm:pt>
    <dgm:pt modelId="{F95AF460-6AA1-40F7-A55F-B769BF579E7A}" type="parTrans" cxnId="{CE1BBFD4-DB34-4890-89F8-4499AA459FF8}">
      <dgm:prSet/>
      <dgm:spPr/>
      <dgm:t>
        <a:bodyPr/>
        <a:lstStyle/>
        <a:p>
          <a:endParaRPr lang="en-US" sz="1400"/>
        </a:p>
      </dgm:t>
    </dgm:pt>
    <dgm:pt modelId="{43F71C08-AB35-4462-AB00-C4EED8C782D0}" type="sibTrans" cxnId="{CE1BBFD4-DB34-4890-89F8-4499AA459FF8}">
      <dgm:prSet custT="1"/>
      <dgm:spPr/>
      <dgm:t>
        <a:bodyPr/>
        <a:lstStyle/>
        <a:p>
          <a:endParaRPr lang="en-US" sz="1400"/>
        </a:p>
      </dgm:t>
    </dgm:pt>
    <dgm:pt modelId="{7E314F1A-35F2-4DAC-AB9C-103C8A745264}">
      <dgm:prSet custT="1"/>
      <dgm:spPr/>
      <dgm:t>
        <a:bodyPr/>
        <a:lstStyle/>
        <a:p>
          <a:r>
            <a:rPr lang="fr-FR" sz="1400" b="1" noProof="0"/>
            <a:t>Modélisation 3D</a:t>
          </a:r>
        </a:p>
        <a:p>
          <a:r>
            <a:rPr lang="fr-FR" sz="1400" noProof="0"/>
            <a:t>Fusion 360 + Altium Design</a:t>
          </a:r>
        </a:p>
      </dgm:t>
    </dgm:pt>
    <dgm:pt modelId="{FD59CD9D-D12C-40FA-B089-C891BC7B99D7}" type="parTrans" cxnId="{57C3DCF3-EFC6-4F59-B04D-9401A86DF69D}">
      <dgm:prSet/>
      <dgm:spPr/>
      <dgm:t>
        <a:bodyPr/>
        <a:lstStyle/>
        <a:p>
          <a:endParaRPr lang="en-US" sz="1400"/>
        </a:p>
      </dgm:t>
    </dgm:pt>
    <dgm:pt modelId="{F8ABF594-C5E2-494E-B698-480F7F1BB22D}" type="sibTrans" cxnId="{57C3DCF3-EFC6-4F59-B04D-9401A86DF69D}">
      <dgm:prSet custT="1"/>
      <dgm:spPr/>
      <dgm:t>
        <a:bodyPr/>
        <a:lstStyle/>
        <a:p>
          <a:endParaRPr lang="en-US" sz="1400"/>
        </a:p>
      </dgm:t>
    </dgm:pt>
    <dgm:pt modelId="{9BC23DDD-8BF2-41E7-898F-0E7C710EF992}">
      <dgm:prSet custT="1"/>
      <dgm:spPr/>
      <dgm:t>
        <a:bodyPr/>
        <a:lstStyle/>
        <a:p>
          <a:r>
            <a:rPr lang="fr-FR" sz="1400" b="1" noProof="0"/>
            <a:t>Impression</a:t>
          </a:r>
        </a:p>
        <a:p>
          <a:r>
            <a:rPr lang="fr-FR" sz="1400" noProof="0"/>
            <a:t>Imprimante 3D DIY</a:t>
          </a:r>
        </a:p>
        <a:p>
          <a:endParaRPr lang="fr-FR" sz="1400" noProof="0"/>
        </a:p>
      </dgm:t>
    </dgm:pt>
    <dgm:pt modelId="{657026B4-22CA-48A6-AC55-8F31C97ECB14}" type="parTrans" cxnId="{ADAB3451-D1FB-44B5-A329-AF146B7AB2AD}">
      <dgm:prSet/>
      <dgm:spPr/>
      <dgm:t>
        <a:bodyPr/>
        <a:lstStyle/>
        <a:p>
          <a:endParaRPr lang="en-US" sz="1400"/>
        </a:p>
      </dgm:t>
    </dgm:pt>
    <dgm:pt modelId="{4BD37522-DBDB-444C-A6CA-384F15CC33BF}" type="sibTrans" cxnId="{ADAB3451-D1FB-44B5-A329-AF146B7AB2AD}">
      <dgm:prSet/>
      <dgm:spPr/>
      <dgm:t>
        <a:bodyPr/>
        <a:lstStyle/>
        <a:p>
          <a:endParaRPr lang="en-US" sz="1400"/>
        </a:p>
      </dgm:t>
    </dgm:pt>
    <dgm:pt modelId="{1F65087F-12C0-410C-BCDF-F715B826C8A5}" type="pres">
      <dgm:prSet presAssocID="{14552FE5-B63F-45A0-83CD-0620256E66CA}" presName="Name0" presStyleCnt="0">
        <dgm:presLayoutVars>
          <dgm:dir/>
          <dgm:resizeHandles val="exact"/>
        </dgm:presLayoutVars>
      </dgm:prSet>
      <dgm:spPr/>
    </dgm:pt>
    <dgm:pt modelId="{E5AE1C18-6B9B-40AA-B939-66291A8FB67C}" type="pres">
      <dgm:prSet presAssocID="{157566F9-FA14-4AB1-9790-3F95A587C36C}" presName="node" presStyleLbl="node1" presStyleIdx="0" presStyleCnt="3">
        <dgm:presLayoutVars>
          <dgm:bulletEnabled val="1"/>
        </dgm:presLayoutVars>
      </dgm:prSet>
      <dgm:spPr/>
    </dgm:pt>
    <dgm:pt modelId="{47CB1C2F-0A4A-413F-AA41-7DC722D8F62E}" type="pres">
      <dgm:prSet presAssocID="{43F71C08-AB35-4462-AB00-C4EED8C782D0}" presName="sibTrans" presStyleLbl="sibTrans1D1" presStyleIdx="0" presStyleCnt="2"/>
      <dgm:spPr/>
    </dgm:pt>
    <dgm:pt modelId="{270F82E3-7E86-483C-9CE0-D463006A914D}" type="pres">
      <dgm:prSet presAssocID="{43F71C08-AB35-4462-AB00-C4EED8C782D0}" presName="connectorText" presStyleLbl="sibTrans1D1" presStyleIdx="0" presStyleCnt="2"/>
      <dgm:spPr/>
    </dgm:pt>
    <dgm:pt modelId="{CA7BF4B2-1E20-4F8B-8D23-69DC9AE2D004}" type="pres">
      <dgm:prSet presAssocID="{7E314F1A-35F2-4DAC-AB9C-103C8A745264}" presName="node" presStyleLbl="node1" presStyleIdx="1" presStyleCnt="3">
        <dgm:presLayoutVars>
          <dgm:bulletEnabled val="1"/>
        </dgm:presLayoutVars>
      </dgm:prSet>
      <dgm:spPr/>
    </dgm:pt>
    <dgm:pt modelId="{2CC58E8C-CBDA-4D2F-8893-BEB750369C19}" type="pres">
      <dgm:prSet presAssocID="{F8ABF594-C5E2-494E-B698-480F7F1BB22D}" presName="sibTrans" presStyleLbl="sibTrans1D1" presStyleIdx="1" presStyleCnt="2"/>
      <dgm:spPr/>
    </dgm:pt>
    <dgm:pt modelId="{C614C665-F12C-46BF-AFD7-CBA3D4A61111}" type="pres">
      <dgm:prSet presAssocID="{F8ABF594-C5E2-494E-B698-480F7F1BB22D}" presName="connectorText" presStyleLbl="sibTrans1D1" presStyleIdx="1" presStyleCnt="2"/>
      <dgm:spPr/>
    </dgm:pt>
    <dgm:pt modelId="{2B0C2C83-163C-47C0-BC2B-9E1AAB692A7E}" type="pres">
      <dgm:prSet presAssocID="{9BC23DDD-8BF2-41E7-898F-0E7C710EF992}" presName="node" presStyleLbl="node1" presStyleIdx="2" presStyleCnt="3">
        <dgm:presLayoutVars>
          <dgm:bulletEnabled val="1"/>
        </dgm:presLayoutVars>
      </dgm:prSet>
      <dgm:spPr/>
    </dgm:pt>
  </dgm:ptLst>
  <dgm:cxnLst>
    <dgm:cxn modelId="{D152E903-FCEB-4084-A860-1314E37C9868}" type="presOf" srcId="{7E314F1A-35F2-4DAC-AB9C-103C8A745264}" destId="{CA7BF4B2-1E20-4F8B-8D23-69DC9AE2D004}" srcOrd="0" destOrd="0" presId="urn:microsoft.com/office/officeart/2016/7/layout/RepeatingBendingProcessNew"/>
    <dgm:cxn modelId="{69DBAB05-6225-476B-84C5-BC4FE7175A24}" type="presOf" srcId="{14552FE5-B63F-45A0-83CD-0620256E66CA}" destId="{1F65087F-12C0-410C-BCDF-F715B826C8A5}" srcOrd="0" destOrd="0" presId="urn:microsoft.com/office/officeart/2016/7/layout/RepeatingBendingProcessNew"/>
    <dgm:cxn modelId="{8D910F10-A5F5-40FC-B148-C981C5EC2335}" type="presOf" srcId="{157566F9-FA14-4AB1-9790-3F95A587C36C}" destId="{E5AE1C18-6B9B-40AA-B939-66291A8FB67C}" srcOrd="0" destOrd="0" presId="urn:microsoft.com/office/officeart/2016/7/layout/RepeatingBendingProcessNew"/>
    <dgm:cxn modelId="{94D0561E-85C7-40BE-90E0-C2BA6E038C09}" type="presOf" srcId="{43F71C08-AB35-4462-AB00-C4EED8C782D0}" destId="{47CB1C2F-0A4A-413F-AA41-7DC722D8F62E}" srcOrd="0" destOrd="0" presId="urn:microsoft.com/office/officeart/2016/7/layout/RepeatingBendingProcessNew"/>
    <dgm:cxn modelId="{BFF1A432-0B29-446F-9C2A-872D8C843530}" type="presOf" srcId="{F8ABF594-C5E2-494E-B698-480F7F1BB22D}" destId="{C614C665-F12C-46BF-AFD7-CBA3D4A61111}" srcOrd="1" destOrd="0" presId="urn:microsoft.com/office/officeart/2016/7/layout/RepeatingBendingProcessNew"/>
    <dgm:cxn modelId="{ADAB3451-D1FB-44B5-A329-AF146B7AB2AD}" srcId="{14552FE5-B63F-45A0-83CD-0620256E66CA}" destId="{9BC23DDD-8BF2-41E7-898F-0E7C710EF992}" srcOrd="2" destOrd="0" parTransId="{657026B4-22CA-48A6-AC55-8F31C97ECB14}" sibTransId="{4BD37522-DBDB-444C-A6CA-384F15CC33BF}"/>
    <dgm:cxn modelId="{FA6BF091-595B-4FAA-BAE6-8C78F732754B}" type="presOf" srcId="{9BC23DDD-8BF2-41E7-898F-0E7C710EF992}" destId="{2B0C2C83-163C-47C0-BC2B-9E1AAB692A7E}" srcOrd="0" destOrd="0" presId="urn:microsoft.com/office/officeart/2016/7/layout/RepeatingBendingProcessNew"/>
    <dgm:cxn modelId="{2E9D1EC7-0294-4223-AF38-62B0FF02EF12}" type="presOf" srcId="{43F71C08-AB35-4462-AB00-C4EED8C782D0}" destId="{270F82E3-7E86-483C-9CE0-D463006A914D}" srcOrd="1" destOrd="0" presId="urn:microsoft.com/office/officeart/2016/7/layout/RepeatingBendingProcessNew"/>
    <dgm:cxn modelId="{CE1BBFD4-DB34-4890-89F8-4499AA459FF8}" srcId="{14552FE5-B63F-45A0-83CD-0620256E66CA}" destId="{157566F9-FA14-4AB1-9790-3F95A587C36C}" srcOrd="0" destOrd="0" parTransId="{F95AF460-6AA1-40F7-A55F-B769BF579E7A}" sibTransId="{43F71C08-AB35-4462-AB00-C4EED8C782D0}"/>
    <dgm:cxn modelId="{080A81D6-4F96-4564-A914-7125A4E32A69}" type="presOf" srcId="{F8ABF594-C5E2-494E-B698-480F7F1BB22D}" destId="{2CC58E8C-CBDA-4D2F-8893-BEB750369C19}" srcOrd="0" destOrd="0" presId="urn:microsoft.com/office/officeart/2016/7/layout/RepeatingBendingProcessNew"/>
    <dgm:cxn modelId="{57C3DCF3-EFC6-4F59-B04D-9401A86DF69D}" srcId="{14552FE5-B63F-45A0-83CD-0620256E66CA}" destId="{7E314F1A-35F2-4DAC-AB9C-103C8A745264}" srcOrd="1" destOrd="0" parTransId="{FD59CD9D-D12C-40FA-B089-C891BC7B99D7}" sibTransId="{F8ABF594-C5E2-494E-B698-480F7F1BB22D}"/>
    <dgm:cxn modelId="{15ACDE20-FABD-4B6A-AC07-E49FD1A5B413}" type="presParOf" srcId="{1F65087F-12C0-410C-BCDF-F715B826C8A5}" destId="{E5AE1C18-6B9B-40AA-B939-66291A8FB67C}" srcOrd="0" destOrd="0" presId="urn:microsoft.com/office/officeart/2016/7/layout/RepeatingBendingProcessNew"/>
    <dgm:cxn modelId="{54B35B6E-4CFD-4ED0-84F4-D6861721B8D2}" type="presParOf" srcId="{1F65087F-12C0-410C-BCDF-F715B826C8A5}" destId="{47CB1C2F-0A4A-413F-AA41-7DC722D8F62E}" srcOrd="1" destOrd="0" presId="urn:microsoft.com/office/officeart/2016/7/layout/RepeatingBendingProcessNew"/>
    <dgm:cxn modelId="{C6321E77-7C0F-46F8-9B9E-AF2A81704A47}" type="presParOf" srcId="{47CB1C2F-0A4A-413F-AA41-7DC722D8F62E}" destId="{270F82E3-7E86-483C-9CE0-D463006A914D}" srcOrd="0" destOrd="0" presId="urn:microsoft.com/office/officeart/2016/7/layout/RepeatingBendingProcessNew"/>
    <dgm:cxn modelId="{552064A8-9F7E-4893-BE9F-ADE1B469BBEE}" type="presParOf" srcId="{1F65087F-12C0-410C-BCDF-F715B826C8A5}" destId="{CA7BF4B2-1E20-4F8B-8D23-69DC9AE2D004}" srcOrd="2" destOrd="0" presId="urn:microsoft.com/office/officeart/2016/7/layout/RepeatingBendingProcessNew"/>
    <dgm:cxn modelId="{21853C90-53FD-414D-90F1-78656CC0A7FD}" type="presParOf" srcId="{1F65087F-12C0-410C-BCDF-F715B826C8A5}" destId="{2CC58E8C-CBDA-4D2F-8893-BEB750369C19}" srcOrd="3" destOrd="0" presId="urn:microsoft.com/office/officeart/2016/7/layout/RepeatingBendingProcessNew"/>
    <dgm:cxn modelId="{20EFCDB8-EB20-4215-8CF8-155DADFB1267}" type="presParOf" srcId="{2CC58E8C-CBDA-4D2F-8893-BEB750369C19}" destId="{C614C665-F12C-46BF-AFD7-CBA3D4A61111}" srcOrd="0" destOrd="0" presId="urn:microsoft.com/office/officeart/2016/7/layout/RepeatingBendingProcessNew"/>
    <dgm:cxn modelId="{E0B72B2F-E2F6-4176-A9E9-B63761BFF3A2}" type="presParOf" srcId="{1F65087F-12C0-410C-BCDF-F715B826C8A5}" destId="{2B0C2C83-163C-47C0-BC2B-9E1AAB692A7E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552FE5-B63F-45A0-83CD-0620256E66C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7566F9-FA14-4AB1-9790-3F95A587C36C}">
      <dgm:prSet/>
      <dgm:spPr/>
      <dgm:t>
        <a:bodyPr/>
        <a:lstStyle/>
        <a:p>
          <a:r>
            <a:rPr lang="fr-FR" b="1" baseline="0" noProof="0"/>
            <a:t>Maintenance</a:t>
          </a:r>
          <a:r>
            <a:rPr lang="fr-FR" baseline="0" noProof="0"/>
            <a:t> </a:t>
          </a:r>
        </a:p>
        <a:p>
          <a:r>
            <a:rPr lang="fr-FR" noProof="0"/>
            <a:t>Maintenance à distance par mise à jour Firmware en ligne</a:t>
          </a:r>
        </a:p>
      </dgm:t>
    </dgm:pt>
    <dgm:pt modelId="{F95AF460-6AA1-40F7-A55F-B769BF579E7A}" type="parTrans" cxnId="{CE1BBFD4-DB34-4890-89F8-4499AA459FF8}">
      <dgm:prSet/>
      <dgm:spPr/>
      <dgm:t>
        <a:bodyPr/>
        <a:lstStyle/>
        <a:p>
          <a:endParaRPr lang="en-US" sz="1400"/>
        </a:p>
      </dgm:t>
    </dgm:pt>
    <dgm:pt modelId="{43F71C08-AB35-4462-AB00-C4EED8C782D0}" type="sibTrans" cxnId="{CE1BBFD4-DB34-4890-89F8-4499AA459FF8}">
      <dgm:prSet/>
      <dgm:spPr/>
      <dgm:t>
        <a:bodyPr/>
        <a:lstStyle/>
        <a:p>
          <a:endParaRPr lang="en-US"/>
        </a:p>
      </dgm:t>
    </dgm:pt>
    <dgm:pt modelId="{7E314F1A-35F2-4DAC-AB9C-103C8A745264}">
      <dgm:prSet/>
      <dgm:spPr/>
      <dgm:t>
        <a:bodyPr/>
        <a:lstStyle/>
        <a:p>
          <a:r>
            <a:rPr lang="fr-FR" b="1" noProof="0"/>
            <a:t>Contrôle performance</a:t>
          </a:r>
        </a:p>
        <a:p>
          <a:r>
            <a:rPr lang="fr-FR" noProof="0"/>
            <a:t>Tableau de bord de visualisation des états de chaque capteur en temps réel</a:t>
          </a:r>
        </a:p>
      </dgm:t>
    </dgm:pt>
    <dgm:pt modelId="{FD59CD9D-D12C-40FA-B089-C891BC7B99D7}" type="parTrans" cxnId="{57C3DCF3-EFC6-4F59-B04D-9401A86DF69D}">
      <dgm:prSet/>
      <dgm:spPr/>
      <dgm:t>
        <a:bodyPr/>
        <a:lstStyle/>
        <a:p>
          <a:endParaRPr lang="en-US" sz="1400"/>
        </a:p>
      </dgm:t>
    </dgm:pt>
    <dgm:pt modelId="{F8ABF594-C5E2-494E-B698-480F7F1BB22D}" type="sibTrans" cxnId="{57C3DCF3-EFC6-4F59-B04D-9401A86DF69D}">
      <dgm:prSet/>
      <dgm:spPr/>
      <dgm:t>
        <a:bodyPr/>
        <a:lstStyle/>
        <a:p>
          <a:endParaRPr lang="en-US"/>
        </a:p>
      </dgm:t>
    </dgm:pt>
    <dgm:pt modelId="{9BC23DDD-8BF2-41E7-898F-0E7C710EF992}">
      <dgm:prSet/>
      <dgm:spPr/>
      <dgm:t>
        <a:bodyPr/>
        <a:lstStyle/>
        <a:p>
          <a:r>
            <a:rPr lang="fr-FR" b="1" noProof="0"/>
            <a:t>Alternatifs si dysfonctionnements </a:t>
          </a:r>
        </a:p>
        <a:p>
          <a:r>
            <a:rPr lang="fr-FR" noProof="0"/>
            <a:t>Mise en mode Manuel et Alerte en cas de dysfonctionnement de l’equipement</a:t>
          </a:r>
        </a:p>
      </dgm:t>
    </dgm:pt>
    <dgm:pt modelId="{657026B4-22CA-48A6-AC55-8F31C97ECB14}" type="parTrans" cxnId="{ADAB3451-D1FB-44B5-A329-AF146B7AB2AD}">
      <dgm:prSet/>
      <dgm:spPr/>
      <dgm:t>
        <a:bodyPr/>
        <a:lstStyle/>
        <a:p>
          <a:endParaRPr lang="en-US" sz="1400"/>
        </a:p>
      </dgm:t>
    </dgm:pt>
    <dgm:pt modelId="{4BD37522-DBDB-444C-A6CA-384F15CC33BF}" type="sibTrans" cxnId="{ADAB3451-D1FB-44B5-A329-AF146B7AB2AD}">
      <dgm:prSet/>
      <dgm:spPr/>
      <dgm:t>
        <a:bodyPr/>
        <a:lstStyle/>
        <a:p>
          <a:endParaRPr lang="en-US"/>
        </a:p>
      </dgm:t>
    </dgm:pt>
    <dgm:pt modelId="{3961CCF8-182D-4868-AF60-D950DE7831F9}" type="pres">
      <dgm:prSet presAssocID="{14552FE5-B63F-45A0-83CD-0620256E66CA}" presName="Name0" presStyleCnt="0">
        <dgm:presLayoutVars>
          <dgm:dir/>
          <dgm:resizeHandles val="exact"/>
        </dgm:presLayoutVars>
      </dgm:prSet>
      <dgm:spPr/>
    </dgm:pt>
    <dgm:pt modelId="{4D39A7E4-6F3A-45E1-A5D9-4EE01B51A3B1}" type="pres">
      <dgm:prSet presAssocID="{157566F9-FA14-4AB1-9790-3F95A587C36C}" presName="node" presStyleLbl="node1" presStyleIdx="0" presStyleCnt="3">
        <dgm:presLayoutVars>
          <dgm:bulletEnabled val="1"/>
        </dgm:presLayoutVars>
      </dgm:prSet>
      <dgm:spPr/>
    </dgm:pt>
    <dgm:pt modelId="{240EDB5A-AF65-4AF4-BC86-CA2A602E7CD2}" type="pres">
      <dgm:prSet presAssocID="{43F71C08-AB35-4462-AB00-C4EED8C782D0}" presName="sibTrans" presStyleLbl="sibTrans1D1" presStyleIdx="0" presStyleCnt="2"/>
      <dgm:spPr/>
    </dgm:pt>
    <dgm:pt modelId="{049813D2-4826-4DE7-9952-98DFD95BDB0A}" type="pres">
      <dgm:prSet presAssocID="{43F71C08-AB35-4462-AB00-C4EED8C782D0}" presName="connectorText" presStyleLbl="sibTrans1D1" presStyleIdx="0" presStyleCnt="2"/>
      <dgm:spPr/>
    </dgm:pt>
    <dgm:pt modelId="{4481A06F-C8B7-4C8A-949E-BE3B4AF33D9F}" type="pres">
      <dgm:prSet presAssocID="{7E314F1A-35F2-4DAC-AB9C-103C8A745264}" presName="node" presStyleLbl="node1" presStyleIdx="1" presStyleCnt="3">
        <dgm:presLayoutVars>
          <dgm:bulletEnabled val="1"/>
        </dgm:presLayoutVars>
      </dgm:prSet>
      <dgm:spPr/>
    </dgm:pt>
    <dgm:pt modelId="{17DED2AD-2945-49A5-BCA4-7927B6A2E862}" type="pres">
      <dgm:prSet presAssocID="{F8ABF594-C5E2-494E-B698-480F7F1BB22D}" presName="sibTrans" presStyleLbl="sibTrans1D1" presStyleIdx="1" presStyleCnt="2"/>
      <dgm:spPr/>
    </dgm:pt>
    <dgm:pt modelId="{C6F8AD73-063E-4940-B1B8-FC9F025A1BF0}" type="pres">
      <dgm:prSet presAssocID="{F8ABF594-C5E2-494E-B698-480F7F1BB22D}" presName="connectorText" presStyleLbl="sibTrans1D1" presStyleIdx="1" presStyleCnt="2"/>
      <dgm:spPr/>
    </dgm:pt>
    <dgm:pt modelId="{92CC5916-2B59-4019-87A0-594884148639}" type="pres">
      <dgm:prSet presAssocID="{9BC23DDD-8BF2-41E7-898F-0E7C710EF992}" presName="node" presStyleLbl="node1" presStyleIdx="2" presStyleCnt="3">
        <dgm:presLayoutVars>
          <dgm:bulletEnabled val="1"/>
        </dgm:presLayoutVars>
      </dgm:prSet>
      <dgm:spPr/>
    </dgm:pt>
  </dgm:ptLst>
  <dgm:cxnLst>
    <dgm:cxn modelId="{2BDEAC20-1D0F-4A97-A15B-4C5D7BDB244C}" type="presOf" srcId="{43F71C08-AB35-4462-AB00-C4EED8C782D0}" destId="{049813D2-4826-4DE7-9952-98DFD95BDB0A}" srcOrd="1" destOrd="0" presId="urn:microsoft.com/office/officeart/2016/7/layout/RepeatingBendingProcessNew"/>
    <dgm:cxn modelId="{ADAB3451-D1FB-44B5-A329-AF146B7AB2AD}" srcId="{14552FE5-B63F-45A0-83CD-0620256E66CA}" destId="{9BC23DDD-8BF2-41E7-898F-0E7C710EF992}" srcOrd="2" destOrd="0" parTransId="{657026B4-22CA-48A6-AC55-8F31C97ECB14}" sibTransId="{4BD37522-DBDB-444C-A6CA-384F15CC33BF}"/>
    <dgm:cxn modelId="{913E1173-F403-43DA-B5D7-617A24C77FBB}" type="presOf" srcId="{F8ABF594-C5E2-494E-B698-480F7F1BB22D}" destId="{17DED2AD-2945-49A5-BCA4-7927B6A2E862}" srcOrd="0" destOrd="0" presId="urn:microsoft.com/office/officeart/2016/7/layout/RepeatingBendingProcessNew"/>
    <dgm:cxn modelId="{4C304686-2E31-4BA5-9B5D-7C848DB0B4E3}" type="presOf" srcId="{7E314F1A-35F2-4DAC-AB9C-103C8A745264}" destId="{4481A06F-C8B7-4C8A-949E-BE3B4AF33D9F}" srcOrd="0" destOrd="0" presId="urn:microsoft.com/office/officeart/2016/7/layout/RepeatingBendingProcessNew"/>
    <dgm:cxn modelId="{4FC55894-1E5A-4F31-BD7B-A5D1A1A073BE}" type="presOf" srcId="{43F71C08-AB35-4462-AB00-C4EED8C782D0}" destId="{240EDB5A-AF65-4AF4-BC86-CA2A602E7CD2}" srcOrd="0" destOrd="0" presId="urn:microsoft.com/office/officeart/2016/7/layout/RepeatingBendingProcessNew"/>
    <dgm:cxn modelId="{A37D9E94-D644-4E93-9220-B137EA006F35}" type="presOf" srcId="{9BC23DDD-8BF2-41E7-898F-0E7C710EF992}" destId="{92CC5916-2B59-4019-87A0-594884148639}" srcOrd="0" destOrd="0" presId="urn:microsoft.com/office/officeart/2016/7/layout/RepeatingBendingProcessNew"/>
    <dgm:cxn modelId="{8087889B-A00F-4CF9-B092-E1C416EA3EDD}" type="presOf" srcId="{F8ABF594-C5E2-494E-B698-480F7F1BB22D}" destId="{C6F8AD73-063E-4940-B1B8-FC9F025A1BF0}" srcOrd="1" destOrd="0" presId="urn:microsoft.com/office/officeart/2016/7/layout/RepeatingBendingProcessNew"/>
    <dgm:cxn modelId="{CE1BBFD4-DB34-4890-89F8-4499AA459FF8}" srcId="{14552FE5-B63F-45A0-83CD-0620256E66CA}" destId="{157566F9-FA14-4AB1-9790-3F95A587C36C}" srcOrd="0" destOrd="0" parTransId="{F95AF460-6AA1-40F7-A55F-B769BF579E7A}" sibTransId="{43F71C08-AB35-4462-AB00-C4EED8C782D0}"/>
    <dgm:cxn modelId="{A86C47D5-B180-4B0D-BB1B-9BADF9C0C41F}" type="presOf" srcId="{14552FE5-B63F-45A0-83CD-0620256E66CA}" destId="{3961CCF8-182D-4868-AF60-D950DE7831F9}" srcOrd="0" destOrd="0" presId="urn:microsoft.com/office/officeart/2016/7/layout/RepeatingBendingProcessNew"/>
    <dgm:cxn modelId="{6FF418DD-0D38-4A31-99C0-F520FDE2D4D8}" type="presOf" srcId="{157566F9-FA14-4AB1-9790-3F95A587C36C}" destId="{4D39A7E4-6F3A-45E1-A5D9-4EE01B51A3B1}" srcOrd="0" destOrd="0" presId="urn:microsoft.com/office/officeart/2016/7/layout/RepeatingBendingProcessNew"/>
    <dgm:cxn modelId="{57C3DCF3-EFC6-4F59-B04D-9401A86DF69D}" srcId="{14552FE5-B63F-45A0-83CD-0620256E66CA}" destId="{7E314F1A-35F2-4DAC-AB9C-103C8A745264}" srcOrd="1" destOrd="0" parTransId="{FD59CD9D-D12C-40FA-B089-C891BC7B99D7}" sibTransId="{F8ABF594-C5E2-494E-B698-480F7F1BB22D}"/>
    <dgm:cxn modelId="{8780EB59-A510-4FA7-9BB5-29F5B230CBB4}" type="presParOf" srcId="{3961CCF8-182D-4868-AF60-D950DE7831F9}" destId="{4D39A7E4-6F3A-45E1-A5D9-4EE01B51A3B1}" srcOrd="0" destOrd="0" presId="urn:microsoft.com/office/officeart/2016/7/layout/RepeatingBendingProcessNew"/>
    <dgm:cxn modelId="{DCB018EF-BF76-4D32-87D2-EAB48D2E8302}" type="presParOf" srcId="{3961CCF8-182D-4868-AF60-D950DE7831F9}" destId="{240EDB5A-AF65-4AF4-BC86-CA2A602E7CD2}" srcOrd="1" destOrd="0" presId="urn:microsoft.com/office/officeart/2016/7/layout/RepeatingBendingProcessNew"/>
    <dgm:cxn modelId="{51D72AEF-9834-46B8-ADFA-145FB55970B2}" type="presParOf" srcId="{240EDB5A-AF65-4AF4-BC86-CA2A602E7CD2}" destId="{049813D2-4826-4DE7-9952-98DFD95BDB0A}" srcOrd="0" destOrd="0" presId="urn:microsoft.com/office/officeart/2016/7/layout/RepeatingBendingProcessNew"/>
    <dgm:cxn modelId="{8B726C94-2484-45AD-8DF6-F69A86180D3D}" type="presParOf" srcId="{3961CCF8-182D-4868-AF60-D950DE7831F9}" destId="{4481A06F-C8B7-4C8A-949E-BE3B4AF33D9F}" srcOrd="2" destOrd="0" presId="urn:microsoft.com/office/officeart/2016/7/layout/RepeatingBendingProcessNew"/>
    <dgm:cxn modelId="{D41D4BD3-D916-41EE-8EDF-7007096C2C79}" type="presParOf" srcId="{3961CCF8-182D-4868-AF60-D950DE7831F9}" destId="{17DED2AD-2945-49A5-BCA4-7927B6A2E862}" srcOrd="3" destOrd="0" presId="urn:microsoft.com/office/officeart/2016/7/layout/RepeatingBendingProcessNew"/>
    <dgm:cxn modelId="{192A5642-6DCE-4073-A55C-F0E6FF643266}" type="presParOf" srcId="{17DED2AD-2945-49A5-BCA4-7927B6A2E862}" destId="{C6F8AD73-063E-4940-B1B8-FC9F025A1BF0}" srcOrd="0" destOrd="0" presId="urn:microsoft.com/office/officeart/2016/7/layout/RepeatingBendingProcessNew"/>
    <dgm:cxn modelId="{82F7DD5E-1EDC-403F-B624-3D9DA2F663FA}" type="presParOf" srcId="{3961CCF8-182D-4868-AF60-D950DE7831F9}" destId="{92CC5916-2B59-4019-87A0-594884148639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24E0C7-D396-44F5-A897-8B3E2EC086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CB897CC7-E28E-44D4-B6B4-FBD4D22B041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1</a:t>
          </a:r>
          <a:r>
            <a:rPr lang="fr-FR" b="1" noProof="0" dirty="0"/>
            <a:t>. Revendeurs de produits électroniques</a:t>
          </a:r>
          <a:r>
            <a:rPr lang="fr-FR" noProof="0" dirty="0"/>
            <a:t>:</a:t>
          </a:r>
        </a:p>
        <a:p>
          <a:pPr>
            <a:lnSpc>
              <a:spcPct val="100000"/>
            </a:lnSpc>
          </a:pPr>
          <a:r>
            <a:rPr lang="fr-FR" noProof="0" dirty="0"/>
            <a:t> électroniques HELECTRO / ALIBABA</a:t>
          </a:r>
        </a:p>
      </dgm:t>
    </dgm:pt>
    <dgm:pt modelId="{6DE4A26C-4971-472D-B218-9C444EC91FA9}" type="parTrans" cxnId="{2C5DD03A-2B92-48F0-887C-FA4B2165CBD4}">
      <dgm:prSet/>
      <dgm:spPr/>
      <dgm:t>
        <a:bodyPr/>
        <a:lstStyle/>
        <a:p>
          <a:endParaRPr lang="en-US"/>
        </a:p>
      </dgm:t>
    </dgm:pt>
    <dgm:pt modelId="{E12E9DDD-0A76-4A68-8696-3795E0C1F13D}" type="sibTrans" cxnId="{2C5DD03A-2B92-48F0-887C-FA4B2165CBD4}">
      <dgm:prSet/>
      <dgm:spPr/>
      <dgm:t>
        <a:bodyPr/>
        <a:lstStyle/>
        <a:p>
          <a:endParaRPr lang="en-US"/>
        </a:p>
      </dgm:t>
    </dgm:pt>
    <dgm:pt modelId="{24F668D1-4947-4A03-8C96-3EB97D0F9E2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2</a:t>
          </a:r>
          <a:r>
            <a:rPr lang="fr-FR" b="1" noProof="0" dirty="0"/>
            <a:t>. Fournisseurs cloud/IT/API </a:t>
          </a:r>
          <a:r>
            <a:rPr lang="fr-FR" noProof="0" dirty="0"/>
            <a:t>:</a:t>
          </a:r>
        </a:p>
        <a:p>
          <a:pPr>
            <a:lnSpc>
              <a:spcPct val="100000"/>
            </a:lnSpc>
          </a:pPr>
          <a:r>
            <a:rPr lang="fr-FR" noProof="0" dirty="0"/>
            <a:t> Google cloud/AWS MongoDB / Firebase</a:t>
          </a:r>
        </a:p>
      </dgm:t>
    </dgm:pt>
    <dgm:pt modelId="{E841CA7A-C0CD-4F43-BDB2-D84034D41398}" type="parTrans" cxnId="{444C9B68-3585-4955-B3C7-9B313AB51E14}">
      <dgm:prSet/>
      <dgm:spPr/>
      <dgm:t>
        <a:bodyPr/>
        <a:lstStyle/>
        <a:p>
          <a:endParaRPr lang="en-US"/>
        </a:p>
      </dgm:t>
    </dgm:pt>
    <dgm:pt modelId="{9EE6C9C5-EE5A-4753-B8CD-C81568F44D19}" type="sibTrans" cxnId="{444C9B68-3585-4955-B3C7-9B313AB51E14}">
      <dgm:prSet/>
      <dgm:spPr/>
      <dgm:t>
        <a:bodyPr/>
        <a:lstStyle/>
        <a:p>
          <a:endParaRPr lang="en-US"/>
        </a:p>
      </dgm:t>
    </dgm:pt>
    <dgm:pt modelId="{12540184-5436-4E3D-95DB-EA6EFCFAC32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3. </a:t>
          </a:r>
          <a:r>
            <a:rPr lang="fr-FR" b="1" noProof="0" dirty="0"/>
            <a:t>Plateforme pour intelligence IA:</a:t>
          </a:r>
        </a:p>
        <a:p>
          <a:pPr>
            <a:lnSpc>
              <a:spcPct val="100000"/>
            </a:lnSpc>
          </a:pPr>
          <a:r>
            <a:rPr lang="fr-FR" noProof="0" dirty="0"/>
            <a:t>Edge Impulse YOLO model</a:t>
          </a:r>
        </a:p>
      </dgm:t>
    </dgm:pt>
    <dgm:pt modelId="{C97A5718-453B-481C-BD30-7605EEE87B26}" type="parTrans" cxnId="{38BC9680-5CE0-466C-8250-4612A50B25AA}">
      <dgm:prSet/>
      <dgm:spPr/>
      <dgm:t>
        <a:bodyPr/>
        <a:lstStyle/>
        <a:p>
          <a:endParaRPr lang="en-US"/>
        </a:p>
      </dgm:t>
    </dgm:pt>
    <dgm:pt modelId="{30201A37-96B5-48AA-B3F8-AF3A3834BC08}" type="sibTrans" cxnId="{38BC9680-5CE0-466C-8250-4612A50B25AA}">
      <dgm:prSet/>
      <dgm:spPr/>
      <dgm:t>
        <a:bodyPr/>
        <a:lstStyle/>
        <a:p>
          <a:endParaRPr lang="en-US"/>
        </a:p>
      </dgm:t>
    </dgm:pt>
    <dgm:pt modelId="{76038CBC-A3B1-45A0-B43A-08A40AFF7F1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4</a:t>
          </a:r>
          <a:r>
            <a:rPr lang="fr-FR" b="1" noProof="0" dirty="0"/>
            <a:t>. Conception PCB et  design produits:</a:t>
          </a:r>
        </a:p>
        <a:p>
          <a:pPr>
            <a:lnSpc>
              <a:spcPct val="100000"/>
            </a:lnSpc>
          </a:pPr>
          <a:r>
            <a:rPr lang="fr-FR" noProof="0" dirty="0"/>
            <a:t> JLPCB /ALTIUM DESIGN Partner </a:t>
          </a:r>
        </a:p>
      </dgm:t>
    </dgm:pt>
    <dgm:pt modelId="{BDC7C3FF-B12A-4868-AC45-76E65BA5F321}" type="parTrans" cxnId="{8336FA5C-9E1B-41FB-81AE-F8812AAC2767}">
      <dgm:prSet/>
      <dgm:spPr/>
      <dgm:t>
        <a:bodyPr/>
        <a:lstStyle/>
        <a:p>
          <a:endParaRPr lang="en-US"/>
        </a:p>
      </dgm:t>
    </dgm:pt>
    <dgm:pt modelId="{B8EF6020-CBFD-44C9-A2FA-F6CAEC8EE1B0}" type="sibTrans" cxnId="{8336FA5C-9E1B-41FB-81AE-F8812AAC2767}">
      <dgm:prSet/>
      <dgm:spPr/>
      <dgm:t>
        <a:bodyPr/>
        <a:lstStyle/>
        <a:p>
          <a:endParaRPr lang="en-US"/>
        </a:p>
      </dgm:t>
    </dgm:pt>
    <dgm:pt modelId="{60557095-DF52-4AA9-9873-197ED0221B08}" type="pres">
      <dgm:prSet presAssocID="{BA24E0C7-D396-44F5-A897-8B3E2EC08629}" presName="root" presStyleCnt="0">
        <dgm:presLayoutVars>
          <dgm:dir/>
          <dgm:resizeHandles val="exact"/>
        </dgm:presLayoutVars>
      </dgm:prSet>
      <dgm:spPr/>
    </dgm:pt>
    <dgm:pt modelId="{EFE43DD7-82E0-47E9-AECD-051AA261739B}" type="pres">
      <dgm:prSet presAssocID="{CB897CC7-E28E-44D4-B6B4-FBD4D22B041C}" presName="compNode" presStyleCnt="0"/>
      <dgm:spPr/>
    </dgm:pt>
    <dgm:pt modelId="{38D8E146-C26D-4966-B9BE-6B499736EE9C}" type="pres">
      <dgm:prSet presAssocID="{CB897CC7-E28E-44D4-B6B4-FBD4D22B04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asin avec un remplissage uni"/>
        </a:ext>
      </dgm:extLst>
    </dgm:pt>
    <dgm:pt modelId="{B8AC92A8-387F-4897-853E-EA9E48182D9D}" type="pres">
      <dgm:prSet presAssocID="{CB897CC7-E28E-44D4-B6B4-FBD4D22B041C}" presName="spaceRect" presStyleCnt="0"/>
      <dgm:spPr/>
    </dgm:pt>
    <dgm:pt modelId="{48122A01-F23D-46C2-83E3-B87C25ED886D}" type="pres">
      <dgm:prSet presAssocID="{CB897CC7-E28E-44D4-B6B4-FBD4D22B041C}" presName="textRect" presStyleLbl="revTx" presStyleIdx="0" presStyleCnt="4" custScaleX="230141">
        <dgm:presLayoutVars>
          <dgm:chMax val="1"/>
          <dgm:chPref val="1"/>
        </dgm:presLayoutVars>
      </dgm:prSet>
      <dgm:spPr/>
    </dgm:pt>
    <dgm:pt modelId="{C5A45E23-5675-41C1-9F97-362210176F73}" type="pres">
      <dgm:prSet presAssocID="{E12E9DDD-0A76-4A68-8696-3795E0C1F13D}" presName="sibTrans" presStyleCnt="0"/>
      <dgm:spPr/>
    </dgm:pt>
    <dgm:pt modelId="{A22A85E3-0F46-4478-B596-FEC9FBE39BCF}" type="pres">
      <dgm:prSet presAssocID="{24F668D1-4947-4A03-8C96-3EB97D0F9E20}" presName="compNode" presStyleCnt="0"/>
      <dgm:spPr/>
    </dgm:pt>
    <dgm:pt modelId="{60D798BE-7ABD-42EE-A892-B51831C1DE62}" type="pres">
      <dgm:prSet presAssocID="{24F668D1-4947-4A03-8C96-3EB97D0F9E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ormatique hébergé avec un remplissage uni"/>
        </a:ext>
      </dgm:extLst>
    </dgm:pt>
    <dgm:pt modelId="{10BA84AF-9E62-487D-82D2-4C8845E5981E}" type="pres">
      <dgm:prSet presAssocID="{24F668D1-4947-4A03-8C96-3EB97D0F9E20}" presName="spaceRect" presStyleCnt="0"/>
      <dgm:spPr/>
    </dgm:pt>
    <dgm:pt modelId="{70AB3DFA-9399-4122-A673-06A0D9831EC2}" type="pres">
      <dgm:prSet presAssocID="{24F668D1-4947-4A03-8C96-3EB97D0F9E20}" presName="textRect" presStyleLbl="revTx" presStyleIdx="1" presStyleCnt="4">
        <dgm:presLayoutVars>
          <dgm:chMax val="1"/>
          <dgm:chPref val="1"/>
        </dgm:presLayoutVars>
      </dgm:prSet>
      <dgm:spPr/>
    </dgm:pt>
    <dgm:pt modelId="{13832984-C611-4E78-882F-63E4E7E793AD}" type="pres">
      <dgm:prSet presAssocID="{9EE6C9C5-EE5A-4753-B8CD-C81568F44D19}" presName="sibTrans" presStyleCnt="0"/>
      <dgm:spPr/>
    </dgm:pt>
    <dgm:pt modelId="{21BFB1D9-03D0-4C60-983F-DA0F3950386F}" type="pres">
      <dgm:prSet presAssocID="{12540184-5436-4E3D-95DB-EA6EFCFAC32E}" presName="compNode" presStyleCnt="0"/>
      <dgm:spPr/>
    </dgm:pt>
    <dgm:pt modelId="{D9E93A51-1B2F-407B-AEA3-FC762140BA31}" type="pres">
      <dgm:prSet presAssocID="{12540184-5436-4E3D-95DB-EA6EFCFAC3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ête avec engrenages contour"/>
        </a:ext>
      </dgm:extLst>
    </dgm:pt>
    <dgm:pt modelId="{2F4CFED1-C374-4A72-B01F-BBE35196D2D0}" type="pres">
      <dgm:prSet presAssocID="{12540184-5436-4E3D-95DB-EA6EFCFAC32E}" presName="spaceRect" presStyleCnt="0"/>
      <dgm:spPr/>
    </dgm:pt>
    <dgm:pt modelId="{0A7BEF46-8AA1-40D3-A1E2-87C820CDE8DB}" type="pres">
      <dgm:prSet presAssocID="{12540184-5436-4E3D-95DB-EA6EFCFAC32E}" presName="textRect" presStyleLbl="revTx" presStyleIdx="2" presStyleCnt="4" custScaleX="124673">
        <dgm:presLayoutVars>
          <dgm:chMax val="1"/>
          <dgm:chPref val="1"/>
        </dgm:presLayoutVars>
      </dgm:prSet>
      <dgm:spPr/>
    </dgm:pt>
    <dgm:pt modelId="{1B7C5129-D29E-4319-851E-623372EDCF4E}" type="pres">
      <dgm:prSet presAssocID="{30201A37-96B5-48AA-B3F8-AF3A3834BC08}" presName="sibTrans" presStyleCnt="0"/>
      <dgm:spPr/>
    </dgm:pt>
    <dgm:pt modelId="{D3CE4C26-DBC9-4823-A5F1-3CB5792D2C23}" type="pres">
      <dgm:prSet presAssocID="{76038CBC-A3B1-45A0-B43A-08A40AFF7F1A}" presName="compNode" presStyleCnt="0"/>
      <dgm:spPr/>
    </dgm:pt>
    <dgm:pt modelId="{144D63C5-A62C-4352-9E78-6D5EEF6460FC}" type="pres">
      <dgm:prSet presAssocID="{76038CBC-A3B1-45A0-B43A-08A40AFF7F1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 avec un remplissage uni"/>
        </a:ext>
      </dgm:extLst>
    </dgm:pt>
    <dgm:pt modelId="{AD84B1AC-1375-47F5-9499-1EC22993048F}" type="pres">
      <dgm:prSet presAssocID="{76038CBC-A3B1-45A0-B43A-08A40AFF7F1A}" presName="spaceRect" presStyleCnt="0"/>
      <dgm:spPr/>
    </dgm:pt>
    <dgm:pt modelId="{E3200155-293D-447B-8084-BF481F95149D}" type="pres">
      <dgm:prSet presAssocID="{76038CBC-A3B1-45A0-B43A-08A40AFF7F1A}" presName="textRect" presStyleLbl="revTx" presStyleIdx="3" presStyleCnt="4" custScaleX="150118">
        <dgm:presLayoutVars>
          <dgm:chMax val="1"/>
          <dgm:chPref val="1"/>
        </dgm:presLayoutVars>
      </dgm:prSet>
      <dgm:spPr/>
    </dgm:pt>
  </dgm:ptLst>
  <dgm:cxnLst>
    <dgm:cxn modelId="{B8DB711E-57EB-44FA-8329-D1127272CF95}" type="presOf" srcId="{12540184-5436-4E3D-95DB-EA6EFCFAC32E}" destId="{0A7BEF46-8AA1-40D3-A1E2-87C820CDE8DB}" srcOrd="0" destOrd="0" presId="urn:microsoft.com/office/officeart/2018/2/layout/IconLabelList"/>
    <dgm:cxn modelId="{2C5DD03A-2B92-48F0-887C-FA4B2165CBD4}" srcId="{BA24E0C7-D396-44F5-A897-8B3E2EC08629}" destId="{CB897CC7-E28E-44D4-B6B4-FBD4D22B041C}" srcOrd="0" destOrd="0" parTransId="{6DE4A26C-4971-472D-B218-9C444EC91FA9}" sibTransId="{E12E9DDD-0A76-4A68-8696-3795E0C1F13D}"/>
    <dgm:cxn modelId="{8336FA5C-9E1B-41FB-81AE-F8812AAC2767}" srcId="{BA24E0C7-D396-44F5-A897-8B3E2EC08629}" destId="{76038CBC-A3B1-45A0-B43A-08A40AFF7F1A}" srcOrd="3" destOrd="0" parTransId="{BDC7C3FF-B12A-4868-AC45-76E65BA5F321}" sibTransId="{B8EF6020-CBFD-44C9-A2FA-F6CAEC8EE1B0}"/>
    <dgm:cxn modelId="{444C9B68-3585-4955-B3C7-9B313AB51E14}" srcId="{BA24E0C7-D396-44F5-A897-8B3E2EC08629}" destId="{24F668D1-4947-4A03-8C96-3EB97D0F9E20}" srcOrd="1" destOrd="0" parTransId="{E841CA7A-C0CD-4F43-BDB2-D84034D41398}" sibTransId="{9EE6C9C5-EE5A-4753-B8CD-C81568F44D19}"/>
    <dgm:cxn modelId="{38BC9680-5CE0-466C-8250-4612A50B25AA}" srcId="{BA24E0C7-D396-44F5-A897-8B3E2EC08629}" destId="{12540184-5436-4E3D-95DB-EA6EFCFAC32E}" srcOrd="2" destOrd="0" parTransId="{C97A5718-453B-481C-BD30-7605EEE87B26}" sibTransId="{30201A37-96B5-48AA-B3F8-AF3A3834BC08}"/>
    <dgm:cxn modelId="{B324349D-77A5-4D40-BE02-547D50B24DD9}" type="presOf" srcId="{CB897CC7-E28E-44D4-B6B4-FBD4D22B041C}" destId="{48122A01-F23D-46C2-83E3-B87C25ED886D}" srcOrd="0" destOrd="0" presId="urn:microsoft.com/office/officeart/2018/2/layout/IconLabelList"/>
    <dgm:cxn modelId="{32E6F9A1-F7A1-493B-B07F-EE6D62031D09}" type="presOf" srcId="{76038CBC-A3B1-45A0-B43A-08A40AFF7F1A}" destId="{E3200155-293D-447B-8084-BF481F95149D}" srcOrd="0" destOrd="0" presId="urn:microsoft.com/office/officeart/2018/2/layout/IconLabelList"/>
    <dgm:cxn modelId="{9B6071B4-CA4F-4260-86D7-11B176CE5162}" type="presOf" srcId="{BA24E0C7-D396-44F5-A897-8B3E2EC08629}" destId="{60557095-DF52-4AA9-9873-197ED0221B08}" srcOrd="0" destOrd="0" presId="urn:microsoft.com/office/officeart/2018/2/layout/IconLabelList"/>
    <dgm:cxn modelId="{A82187DC-D150-4ACE-8246-FA61723FB39D}" type="presOf" srcId="{24F668D1-4947-4A03-8C96-3EB97D0F9E20}" destId="{70AB3DFA-9399-4122-A673-06A0D9831EC2}" srcOrd="0" destOrd="0" presId="urn:microsoft.com/office/officeart/2018/2/layout/IconLabelList"/>
    <dgm:cxn modelId="{4A6CCBBE-A6C6-4204-839B-85DEB06C3D28}" type="presParOf" srcId="{60557095-DF52-4AA9-9873-197ED0221B08}" destId="{EFE43DD7-82E0-47E9-AECD-051AA261739B}" srcOrd="0" destOrd="0" presId="urn:microsoft.com/office/officeart/2018/2/layout/IconLabelList"/>
    <dgm:cxn modelId="{50D48ED1-AE57-4D67-878A-EBE28B6A131A}" type="presParOf" srcId="{EFE43DD7-82E0-47E9-AECD-051AA261739B}" destId="{38D8E146-C26D-4966-B9BE-6B499736EE9C}" srcOrd="0" destOrd="0" presId="urn:microsoft.com/office/officeart/2018/2/layout/IconLabelList"/>
    <dgm:cxn modelId="{39156130-AB2D-473E-BDB8-7242F89D7A4E}" type="presParOf" srcId="{EFE43DD7-82E0-47E9-AECD-051AA261739B}" destId="{B8AC92A8-387F-4897-853E-EA9E48182D9D}" srcOrd="1" destOrd="0" presId="urn:microsoft.com/office/officeart/2018/2/layout/IconLabelList"/>
    <dgm:cxn modelId="{1EE2D90E-277B-4584-B815-130048FC7C1F}" type="presParOf" srcId="{EFE43DD7-82E0-47E9-AECD-051AA261739B}" destId="{48122A01-F23D-46C2-83E3-B87C25ED886D}" srcOrd="2" destOrd="0" presId="urn:microsoft.com/office/officeart/2018/2/layout/IconLabelList"/>
    <dgm:cxn modelId="{532A5352-E31C-452D-B93E-867E51D7B790}" type="presParOf" srcId="{60557095-DF52-4AA9-9873-197ED0221B08}" destId="{C5A45E23-5675-41C1-9F97-362210176F73}" srcOrd="1" destOrd="0" presId="urn:microsoft.com/office/officeart/2018/2/layout/IconLabelList"/>
    <dgm:cxn modelId="{CAC3E545-DA02-43CF-A549-D65C76C573D6}" type="presParOf" srcId="{60557095-DF52-4AA9-9873-197ED0221B08}" destId="{A22A85E3-0F46-4478-B596-FEC9FBE39BCF}" srcOrd="2" destOrd="0" presId="urn:microsoft.com/office/officeart/2018/2/layout/IconLabelList"/>
    <dgm:cxn modelId="{0CD14105-AEBA-4F1F-B76B-8526663B0125}" type="presParOf" srcId="{A22A85E3-0F46-4478-B596-FEC9FBE39BCF}" destId="{60D798BE-7ABD-42EE-A892-B51831C1DE62}" srcOrd="0" destOrd="0" presId="urn:microsoft.com/office/officeart/2018/2/layout/IconLabelList"/>
    <dgm:cxn modelId="{8D1BEBC3-71F3-4C4A-BE86-AF4BF9889F03}" type="presParOf" srcId="{A22A85E3-0F46-4478-B596-FEC9FBE39BCF}" destId="{10BA84AF-9E62-487D-82D2-4C8845E5981E}" srcOrd="1" destOrd="0" presId="urn:microsoft.com/office/officeart/2018/2/layout/IconLabelList"/>
    <dgm:cxn modelId="{F1C383CC-EF22-4B8E-885C-78BEFD83AB56}" type="presParOf" srcId="{A22A85E3-0F46-4478-B596-FEC9FBE39BCF}" destId="{70AB3DFA-9399-4122-A673-06A0D9831EC2}" srcOrd="2" destOrd="0" presId="urn:microsoft.com/office/officeart/2018/2/layout/IconLabelList"/>
    <dgm:cxn modelId="{0EC3A7E1-4E6F-45FA-82AB-2344DC4535B4}" type="presParOf" srcId="{60557095-DF52-4AA9-9873-197ED0221B08}" destId="{13832984-C611-4E78-882F-63E4E7E793AD}" srcOrd="3" destOrd="0" presId="urn:microsoft.com/office/officeart/2018/2/layout/IconLabelList"/>
    <dgm:cxn modelId="{E413BA3A-099E-4283-A8D0-F05DF5B2BBF2}" type="presParOf" srcId="{60557095-DF52-4AA9-9873-197ED0221B08}" destId="{21BFB1D9-03D0-4C60-983F-DA0F3950386F}" srcOrd="4" destOrd="0" presId="urn:microsoft.com/office/officeart/2018/2/layout/IconLabelList"/>
    <dgm:cxn modelId="{A742C7A0-C9C5-4533-B323-CEDA4C303F1A}" type="presParOf" srcId="{21BFB1D9-03D0-4C60-983F-DA0F3950386F}" destId="{D9E93A51-1B2F-407B-AEA3-FC762140BA31}" srcOrd="0" destOrd="0" presId="urn:microsoft.com/office/officeart/2018/2/layout/IconLabelList"/>
    <dgm:cxn modelId="{C54EDF02-34F4-471A-809C-29A0FED8ED97}" type="presParOf" srcId="{21BFB1D9-03D0-4C60-983F-DA0F3950386F}" destId="{2F4CFED1-C374-4A72-B01F-BBE35196D2D0}" srcOrd="1" destOrd="0" presId="urn:microsoft.com/office/officeart/2018/2/layout/IconLabelList"/>
    <dgm:cxn modelId="{C543E9AC-7DEA-4609-A1ED-EE3D34D9B068}" type="presParOf" srcId="{21BFB1D9-03D0-4C60-983F-DA0F3950386F}" destId="{0A7BEF46-8AA1-40D3-A1E2-87C820CDE8DB}" srcOrd="2" destOrd="0" presId="urn:microsoft.com/office/officeart/2018/2/layout/IconLabelList"/>
    <dgm:cxn modelId="{D1E88FD6-8C43-40E1-8E8A-9CF65E2A5002}" type="presParOf" srcId="{60557095-DF52-4AA9-9873-197ED0221B08}" destId="{1B7C5129-D29E-4319-851E-623372EDCF4E}" srcOrd="5" destOrd="0" presId="urn:microsoft.com/office/officeart/2018/2/layout/IconLabelList"/>
    <dgm:cxn modelId="{91304306-3A17-4930-AC00-9D1EE4D62310}" type="presParOf" srcId="{60557095-DF52-4AA9-9873-197ED0221B08}" destId="{D3CE4C26-DBC9-4823-A5F1-3CB5792D2C23}" srcOrd="6" destOrd="0" presId="urn:microsoft.com/office/officeart/2018/2/layout/IconLabelList"/>
    <dgm:cxn modelId="{82C5CACF-4982-4B39-B65B-8D1669BCB36A}" type="presParOf" srcId="{D3CE4C26-DBC9-4823-A5F1-3CB5792D2C23}" destId="{144D63C5-A62C-4352-9E78-6D5EEF6460FC}" srcOrd="0" destOrd="0" presId="urn:microsoft.com/office/officeart/2018/2/layout/IconLabelList"/>
    <dgm:cxn modelId="{9F5F916C-EAAE-482B-BCC9-B51AD7F3E361}" type="presParOf" srcId="{D3CE4C26-DBC9-4823-A5F1-3CB5792D2C23}" destId="{AD84B1AC-1375-47F5-9499-1EC22993048F}" srcOrd="1" destOrd="0" presId="urn:microsoft.com/office/officeart/2018/2/layout/IconLabelList"/>
    <dgm:cxn modelId="{63C6D490-AA50-4C55-8714-71C0A2D937A5}" type="presParOf" srcId="{D3CE4C26-DBC9-4823-A5F1-3CB5792D2C23}" destId="{E3200155-293D-447B-8084-BF481F9514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A24E0C7-D396-44F5-A897-8B3E2EC08629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897CC7-E28E-44D4-B6B4-FBD4D22B041C}">
      <dgm:prSet/>
      <dgm:spPr/>
      <dgm:t>
        <a:bodyPr/>
        <a:lstStyle/>
        <a:p>
          <a:r>
            <a:rPr lang="fr-FR" noProof="0" dirty="0"/>
            <a:t>1</a:t>
          </a:r>
          <a:r>
            <a:rPr lang="fr-FR" b="1" noProof="0" dirty="0"/>
            <a:t>. L’Etat de Côte d’Ivoire</a:t>
          </a:r>
          <a:endParaRPr lang="fr-FR" noProof="0" dirty="0"/>
        </a:p>
        <a:p>
          <a:r>
            <a:rPr lang="fr-FR" noProof="0" dirty="0"/>
            <a:t> Ministère en charge de la salubrité et cellule en charge de l ’économie circulaire</a:t>
          </a:r>
        </a:p>
      </dgm:t>
    </dgm:pt>
    <dgm:pt modelId="{6DE4A26C-4971-472D-B218-9C444EC91FA9}" type="parTrans" cxnId="{2C5DD03A-2B92-48F0-887C-FA4B2165CBD4}">
      <dgm:prSet/>
      <dgm:spPr/>
      <dgm:t>
        <a:bodyPr/>
        <a:lstStyle/>
        <a:p>
          <a:endParaRPr lang="en-US"/>
        </a:p>
      </dgm:t>
    </dgm:pt>
    <dgm:pt modelId="{E12E9DDD-0A76-4A68-8696-3795E0C1F13D}" type="sibTrans" cxnId="{2C5DD03A-2B92-48F0-887C-FA4B2165CBD4}">
      <dgm:prSet/>
      <dgm:spPr/>
      <dgm:t>
        <a:bodyPr/>
        <a:lstStyle/>
        <a:p>
          <a:endParaRPr lang="en-US"/>
        </a:p>
      </dgm:t>
    </dgm:pt>
    <dgm:pt modelId="{24F668D1-4947-4A03-8C96-3EB97D0F9E20}">
      <dgm:prSet/>
      <dgm:spPr/>
      <dgm:t>
        <a:bodyPr/>
        <a:lstStyle/>
        <a:p>
          <a:r>
            <a:rPr lang="fr-FR" noProof="0"/>
            <a:t>2</a:t>
          </a:r>
          <a:r>
            <a:rPr lang="fr-FR" b="1" noProof="0"/>
            <a:t>. Entreprise de recyclage de déchet </a:t>
          </a:r>
          <a:endParaRPr lang="fr-FR" noProof="0"/>
        </a:p>
        <a:p>
          <a:r>
            <a:rPr lang="fr-FR" noProof="0"/>
            <a:t> COLIBA, RECYPLAST, MOIJEUTRI…</a:t>
          </a:r>
        </a:p>
      </dgm:t>
    </dgm:pt>
    <dgm:pt modelId="{E841CA7A-C0CD-4F43-BDB2-D84034D41398}" type="parTrans" cxnId="{444C9B68-3585-4955-B3C7-9B313AB51E14}">
      <dgm:prSet/>
      <dgm:spPr/>
      <dgm:t>
        <a:bodyPr/>
        <a:lstStyle/>
        <a:p>
          <a:endParaRPr lang="en-US"/>
        </a:p>
      </dgm:t>
    </dgm:pt>
    <dgm:pt modelId="{9EE6C9C5-EE5A-4753-B8CD-C81568F44D19}" type="sibTrans" cxnId="{444C9B68-3585-4955-B3C7-9B313AB51E14}">
      <dgm:prSet/>
      <dgm:spPr/>
      <dgm:t>
        <a:bodyPr/>
        <a:lstStyle/>
        <a:p>
          <a:endParaRPr lang="en-US"/>
        </a:p>
      </dgm:t>
    </dgm:pt>
    <dgm:pt modelId="{12540184-5436-4E3D-95DB-EA6EFCFAC32E}">
      <dgm:prSet/>
      <dgm:spPr/>
      <dgm:t>
        <a:bodyPr/>
        <a:lstStyle/>
        <a:p>
          <a:r>
            <a:rPr lang="fr-FR" noProof="0"/>
            <a:t>3. </a:t>
          </a:r>
          <a:r>
            <a:rPr lang="fr-FR" b="1" noProof="0"/>
            <a:t>Entreprise de collecte de déchets </a:t>
          </a:r>
        </a:p>
        <a:p>
          <a:r>
            <a:rPr lang="fr-FR" noProof="0"/>
            <a:t>ECOTISA, ECOEBURNIE…</a:t>
          </a:r>
        </a:p>
      </dgm:t>
    </dgm:pt>
    <dgm:pt modelId="{C97A5718-453B-481C-BD30-7605EEE87B26}" type="parTrans" cxnId="{38BC9680-5CE0-466C-8250-4612A50B25AA}">
      <dgm:prSet/>
      <dgm:spPr/>
      <dgm:t>
        <a:bodyPr/>
        <a:lstStyle/>
        <a:p>
          <a:endParaRPr lang="en-US"/>
        </a:p>
      </dgm:t>
    </dgm:pt>
    <dgm:pt modelId="{30201A37-96B5-48AA-B3F8-AF3A3834BC08}" type="sibTrans" cxnId="{38BC9680-5CE0-466C-8250-4612A50B25AA}">
      <dgm:prSet/>
      <dgm:spPr/>
      <dgm:t>
        <a:bodyPr/>
        <a:lstStyle/>
        <a:p>
          <a:endParaRPr lang="en-US"/>
        </a:p>
      </dgm:t>
    </dgm:pt>
    <dgm:pt modelId="{76038CBC-A3B1-45A0-B43A-08A40AFF7F1A}">
      <dgm:prSet/>
      <dgm:spPr/>
      <dgm:t>
        <a:bodyPr/>
        <a:lstStyle/>
        <a:p>
          <a:r>
            <a:rPr lang="fr-FR" noProof="0" dirty="0"/>
            <a:t>4</a:t>
          </a:r>
          <a:r>
            <a:rPr lang="fr-FR" b="1" noProof="0" dirty="0"/>
            <a:t>. Mairie, collectivités et entreprise</a:t>
          </a:r>
        </a:p>
        <a:p>
          <a:r>
            <a:rPr lang="fr-FR" noProof="0" dirty="0"/>
            <a:t>Mairie du plateau, Syndic, Promoteurs immobiliers</a:t>
          </a:r>
        </a:p>
      </dgm:t>
    </dgm:pt>
    <dgm:pt modelId="{BDC7C3FF-B12A-4868-AC45-76E65BA5F321}" type="parTrans" cxnId="{8336FA5C-9E1B-41FB-81AE-F8812AAC2767}">
      <dgm:prSet/>
      <dgm:spPr/>
      <dgm:t>
        <a:bodyPr/>
        <a:lstStyle/>
        <a:p>
          <a:endParaRPr lang="en-US"/>
        </a:p>
      </dgm:t>
    </dgm:pt>
    <dgm:pt modelId="{B8EF6020-CBFD-44C9-A2FA-F6CAEC8EE1B0}" type="sibTrans" cxnId="{8336FA5C-9E1B-41FB-81AE-F8812AAC2767}">
      <dgm:prSet/>
      <dgm:spPr/>
      <dgm:t>
        <a:bodyPr/>
        <a:lstStyle/>
        <a:p>
          <a:endParaRPr lang="en-US"/>
        </a:p>
      </dgm:t>
    </dgm:pt>
    <dgm:pt modelId="{081F9F55-9722-46D1-92E6-4E852FC727B5}">
      <dgm:prSet/>
      <dgm:spPr/>
      <dgm:t>
        <a:bodyPr/>
        <a:lstStyle/>
        <a:p>
          <a:r>
            <a:rPr lang="fr-FR" b="1" noProof="0"/>
            <a:t>2. Operateurs Téléphonique </a:t>
          </a:r>
          <a:endParaRPr lang="fr-FR" noProof="0"/>
        </a:p>
        <a:p>
          <a:r>
            <a:rPr lang="fr-FR" noProof="0"/>
            <a:t> MTN, MOOTANA pour acquisition de puce 4G M2M</a:t>
          </a:r>
        </a:p>
      </dgm:t>
    </dgm:pt>
    <dgm:pt modelId="{D9B3924E-F575-4CD0-9133-4F6CEB9464DA}" type="parTrans" cxnId="{BD4A82A4-06AA-45EA-AFF1-4A902BCCC003}">
      <dgm:prSet/>
      <dgm:spPr/>
      <dgm:t>
        <a:bodyPr/>
        <a:lstStyle/>
        <a:p>
          <a:endParaRPr lang="fr-FR"/>
        </a:p>
      </dgm:t>
    </dgm:pt>
    <dgm:pt modelId="{7B26E70A-F0B6-4CD8-8156-14A73B1A5D08}" type="sibTrans" cxnId="{BD4A82A4-06AA-45EA-AFF1-4A902BCCC003}">
      <dgm:prSet/>
      <dgm:spPr/>
      <dgm:t>
        <a:bodyPr/>
        <a:lstStyle/>
        <a:p>
          <a:endParaRPr lang="fr-FR"/>
        </a:p>
      </dgm:t>
    </dgm:pt>
    <dgm:pt modelId="{26F5AB08-2270-4E94-964F-3A1451F9B616}" type="pres">
      <dgm:prSet presAssocID="{BA24E0C7-D396-44F5-A897-8B3E2EC08629}" presName="Name0" presStyleCnt="0">
        <dgm:presLayoutVars>
          <dgm:dir/>
          <dgm:resizeHandles val="exact"/>
        </dgm:presLayoutVars>
      </dgm:prSet>
      <dgm:spPr/>
    </dgm:pt>
    <dgm:pt modelId="{C99B1F0D-B015-46CF-86CE-1C5FF9FAF375}" type="pres">
      <dgm:prSet presAssocID="{CB897CC7-E28E-44D4-B6B4-FBD4D22B041C}" presName="node" presStyleLbl="node1" presStyleIdx="0" presStyleCnt="5">
        <dgm:presLayoutVars>
          <dgm:bulletEnabled val="1"/>
        </dgm:presLayoutVars>
      </dgm:prSet>
      <dgm:spPr/>
    </dgm:pt>
    <dgm:pt modelId="{83ECB0DC-F688-4D7D-9DF9-D2313A244FFB}" type="pres">
      <dgm:prSet presAssocID="{E12E9DDD-0A76-4A68-8696-3795E0C1F13D}" presName="sibTrans" presStyleLbl="sibTrans1D1" presStyleIdx="0" presStyleCnt="4"/>
      <dgm:spPr/>
    </dgm:pt>
    <dgm:pt modelId="{4112A59F-5332-4472-BA77-D18A27174326}" type="pres">
      <dgm:prSet presAssocID="{E12E9DDD-0A76-4A68-8696-3795E0C1F13D}" presName="connectorText" presStyleLbl="sibTrans1D1" presStyleIdx="0" presStyleCnt="4"/>
      <dgm:spPr/>
    </dgm:pt>
    <dgm:pt modelId="{E59291B6-51DB-4D35-948C-499B43C36FA6}" type="pres">
      <dgm:prSet presAssocID="{081F9F55-9722-46D1-92E6-4E852FC727B5}" presName="node" presStyleLbl="node1" presStyleIdx="1" presStyleCnt="5">
        <dgm:presLayoutVars>
          <dgm:bulletEnabled val="1"/>
        </dgm:presLayoutVars>
      </dgm:prSet>
      <dgm:spPr/>
    </dgm:pt>
    <dgm:pt modelId="{DB4A5A40-258C-4F8A-9DED-D35E7C15D478}" type="pres">
      <dgm:prSet presAssocID="{7B26E70A-F0B6-4CD8-8156-14A73B1A5D08}" presName="sibTrans" presStyleLbl="sibTrans1D1" presStyleIdx="1" presStyleCnt="4"/>
      <dgm:spPr/>
    </dgm:pt>
    <dgm:pt modelId="{529E2C6B-2738-455B-A8CF-7B65E3E6C22F}" type="pres">
      <dgm:prSet presAssocID="{7B26E70A-F0B6-4CD8-8156-14A73B1A5D08}" presName="connectorText" presStyleLbl="sibTrans1D1" presStyleIdx="1" presStyleCnt="4"/>
      <dgm:spPr/>
    </dgm:pt>
    <dgm:pt modelId="{025A0297-5195-4FC8-A1BC-0B65F9D81637}" type="pres">
      <dgm:prSet presAssocID="{24F668D1-4947-4A03-8C96-3EB97D0F9E20}" presName="node" presStyleLbl="node1" presStyleIdx="2" presStyleCnt="5">
        <dgm:presLayoutVars>
          <dgm:bulletEnabled val="1"/>
        </dgm:presLayoutVars>
      </dgm:prSet>
      <dgm:spPr/>
    </dgm:pt>
    <dgm:pt modelId="{2D5EA5AC-9F31-4877-AB66-8AAC2E23F963}" type="pres">
      <dgm:prSet presAssocID="{9EE6C9C5-EE5A-4753-B8CD-C81568F44D19}" presName="sibTrans" presStyleLbl="sibTrans1D1" presStyleIdx="2" presStyleCnt="4"/>
      <dgm:spPr/>
    </dgm:pt>
    <dgm:pt modelId="{441FA607-35DB-4EB0-A3AF-24EF9027B716}" type="pres">
      <dgm:prSet presAssocID="{9EE6C9C5-EE5A-4753-B8CD-C81568F44D19}" presName="connectorText" presStyleLbl="sibTrans1D1" presStyleIdx="2" presStyleCnt="4"/>
      <dgm:spPr/>
    </dgm:pt>
    <dgm:pt modelId="{07DDB0FA-C522-46E6-987C-3EA0F401A1FE}" type="pres">
      <dgm:prSet presAssocID="{12540184-5436-4E3D-95DB-EA6EFCFAC32E}" presName="node" presStyleLbl="node1" presStyleIdx="3" presStyleCnt="5">
        <dgm:presLayoutVars>
          <dgm:bulletEnabled val="1"/>
        </dgm:presLayoutVars>
      </dgm:prSet>
      <dgm:spPr/>
    </dgm:pt>
    <dgm:pt modelId="{546EA93C-FADA-4F4A-8031-4E6DD52AB2FC}" type="pres">
      <dgm:prSet presAssocID="{30201A37-96B5-48AA-B3F8-AF3A3834BC08}" presName="sibTrans" presStyleLbl="sibTrans1D1" presStyleIdx="3" presStyleCnt="4"/>
      <dgm:spPr/>
    </dgm:pt>
    <dgm:pt modelId="{3AE441F2-9006-4552-AEBF-F95A10790CCC}" type="pres">
      <dgm:prSet presAssocID="{30201A37-96B5-48AA-B3F8-AF3A3834BC08}" presName="connectorText" presStyleLbl="sibTrans1D1" presStyleIdx="3" presStyleCnt="4"/>
      <dgm:spPr/>
    </dgm:pt>
    <dgm:pt modelId="{93F52313-0AA5-4C2C-8ED9-676271AFC0B2}" type="pres">
      <dgm:prSet presAssocID="{76038CBC-A3B1-45A0-B43A-08A40AFF7F1A}" presName="node" presStyleLbl="node1" presStyleIdx="4" presStyleCnt="5">
        <dgm:presLayoutVars>
          <dgm:bulletEnabled val="1"/>
        </dgm:presLayoutVars>
      </dgm:prSet>
      <dgm:spPr/>
    </dgm:pt>
  </dgm:ptLst>
  <dgm:cxnLst>
    <dgm:cxn modelId="{4C3C7011-8EF9-4ED3-9CD8-7ABE9429C96C}" type="presOf" srcId="{7B26E70A-F0B6-4CD8-8156-14A73B1A5D08}" destId="{529E2C6B-2738-455B-A8CF-7B65E3E6C22F}" srcOrd="1" destOrd="0" presId="urn:microsoft.com/office/officeart/2016/7/layout/RepeatingBendingProcessNew"/>
    <dgm:cxn modelId="{C8AD0A1E-2B5B-4420-9515-7CB740931081}" type="presOf" srcId="{9EE6C9C5-EE5A-4753-B8CD-C81568F44D19}" destId="{441FA607-35DB-4EB0-A3AF-24EF9027B716}" srcOrd="1" destOrd="0" presId="urn:microsoft.com/office/officeart/2016/7/layout/RepeatingBendingProcessNew"/>
    <dgm:cxn modelId="{34564034-294A-4477-AC29-63BB667DD2C3}" type="presOf" srcId="{24F668D1-4947-4A03-8C96-3EB97D0F9E20}" destId="{025A0297-5195-4FC8-A1BC-0B65F9D81637}" srcOrd="0" destOrd="0" presId="urn:microsoft.com/office/officeart/2016/7/layout/RepeatingBendingProcessNew"/>
    <dgm:cxn modelId="{1EAC1637-68DF-4DC1-91DE-DD2919D81735}" type="presOf" srcId="{CB897CC7-E28E-44D4-B6B4-FBD4D22B041C}" destId="{C99B1F0D-B015-46CF-86CE-1C5FF9FAF375}" srcOrd="0" destOrd="0" presId="urn:microsoft.com/office/officeart/2016/7/layout/RepeatingBendingProcessNew"/>
    <dgm:cxn modelId="{2C5DD03A-2B92-48F0-887C-FA4B2165CBD4}" srcId="{BA24E0C7-D396-44F5-A897-8B3E2EC08629}" destId="{CB897CC7-E28E-44D4-B6B4-FBD4D22B041C}" srcOrd="0" destOrd="0" parTransId="{6DE4A26C-4971-472D-B218-9C444EC91FA9}" sibTransId="{E12E9DDD-0A76-4A68-8696-3795E0C1F13D}"/>
    <dgm:cxn modelId="{4CFBD43D-05FC-4B9E-B323-1016CDB06F5E}" type="presOf" srcId="{E12E9DDD-0A76-4A68-8696-3795E0C1F13D}" destId="{4112A59F-5332-4472-BA77-D18A27174326}" srcOrd="1" destOrd="0" presId="urn:microsoft.com/office/officeart/2016/7/layout/RepeatingBendingProcessNew"/>
    <dgm:cxn modelId="{8336FA5C-9E1B-41FB-81AE-F8812AAC2767}" srcId="{BA24E0C7-D396-44F5-A897-8B3E2EC08629}" destId="{76038CBC-A3B1-45A0-B43A-08A40AFF7F1A}" srcOrd="4" destOrd="0" parTransId="{BDC7C3FF-B12A-4868-AC45-76E65BA5F321}" sibTransId="{B8EF6020-CBFD-44C9-A2FA-F6CAEC8EE1B0}"/>
    <dgm:cxn modelId="{444C9B68-3585-4955-B3C7-9B313AB51E14}" srcId="{BA24E0C7-D396-44F5-A897-8B3E2EC08629}" destId="{24F668D1-4947-4A03-8C96-3EB97D0F9E20}" srcOrd="2" destOrd="0" parTransId="{E841CA7A-C0CD-4F43-BDB2-D84034D41398}" sibTransId="{9EE6C9C5-EE5A-4753-B8CD-C81568F44D19}"/>
    <dgm:cxn modelId="{66320869-CBDA-406D-803A-2B65AF2326F5}" type="presOf" srcId="{081F9F55-9722-46D1-92E6-4E852FC727B5}" destId="{E59291B6-51DB-4D35-948C-499B43C36FA6}" srcOrd="0" destOrd="0" presId="urn:microsoft.com/office/officeart/2016/7/layout/RepeatingBendingProcessNew"/>
    <dgm:cxn modelId="{54A31878-2080-4624-A171-0BD4A86A7E04}" type="presOf" srcId="{12540184-5436-4E3D-95DB-EA6EFCFAC32E}" destId="{07DDB0FA-C522-46E6-987C-3EA0F401A1FE}" srcOrd="0" destOrd="0" presId="urn:microsoft.com/office/officeart/2016/7/layout/RepeatingBendingProcessNew"/>
    <dgm:cxn modelId="{38BC9680-5CE0-466C-8250-4612A50B25AA}" srcId="{BA24E0C7-D396-44F5-A897-8B3E2EC08629}" destId="{12540184-5436-4E3D-95DB-EA6EFCFAC32E}" srcOrd="3" destOrd="0" parTransId="{C97A5718-453B-481C-BD30-7605EEE87B26}" sibTransId="{30201A37-96B5-48AA-B3F8-AF3A3834BC08}"/>
    <dgm:cxn modelId="{148B658E-75B6-45CD-A78B-0C97C5A597BA}" type="presOf" srcId="{BA24E0C7-D396-44F5-A897-8B3E2EC08629}" destId="{26F5AB08-2270-4E94-964F-3A1451F9B616}" srcOrd="0" destOrd="0" presId="urn:microsoft.com/office/officeart/2016/7/layout/RepeatingBendingProcessNew"/>
    <dgm:cxn modelId="{8ADA2993-540B-40AF-83E9-DDBBB1207431}" type="presOf" srcId="{30201A37-96B5-48AA-B3F8-AF3A3834BC08}" destId="{3AE441F2-9006-4552-AEBF-F95A10790CCC}" srcOrd="1" destOrd="0" presId="urn:microsoft.com/office/officeart/2016/7/layout/RepeatingBendingProcessNew"/>
    <dgm:cxn modelId="{A3E7169E-F4F2-424E-9579-2258DF45FA02}" type="presOf" srcId="{30201A37-96B5-48AA-B3F8-AF3A3834BC08}" destId="{546EA93C-FADA-4F4A-8031-4E6DD52AB2FC}" srcOrd="0" destOrd="0" presId="urn:microsoft.com/office/officeart/2016/7/layout/RepeatingBendingProcessNew"/>
    <dgm:cxn modelId="{BD4A82A4-06AA-45EA-AFF1-4A902BCCC003}" srcId="{BA24E0C7-D396-44F5-A897-8B3E2EC08629}" destId="{081F9F55-9722-46D1-92E6-4E852FC727B5}" srcOrd="1" destOrd="0" parTransId="{D9B3924E-F575-4CD0-9133-4F6CEB9464DA}" sibTransId="{7B26E70A-F0B6-4CD8-8156-14A73B1A5D08}"/>
    <dgm:cxn modelId="{BC9A95AF-DB21-4117-A99F-C9359BBF0EE7}" type="presOf" srcId="{7B26E70A-F0B6-4CD8-8156-14A73B1A5D08}" destId="{DB4A5A40-258C-4F8A-9DED-D35E7C15D478}" srcOrd="0" destOrd="0" presId="urn:microsoft.com/office/officeart/2016/7/layout/RepeatingBendingProcessNew"/>
    <dgm:cxn modelId="{ADA01DB4-F73F-462E-9B79-32D7B145C6FA}" type="presOf" srcId="{E12E9DDD-0A76-4A68-8696-3795E0C1F13D}" destId="{83ECB0DC-F688-4D7D-9DF9-D2313A244FFB}" srcOrd="0" destOrd="0" presId="urn:microsoft.com/office/officeart/2016/7/layout/RepeatingBendingProcessNew"/>
    <dgm:cxn modelId="{18C562E4-796D-479D-BBAD-9A509ED95D20}" type="presOf" srcId="{76038CBC-A3B1-45A0-B43A-08A40AFF7F1A}" destId="{93F52313-0AA5-4C2C-8ED9-676271AFC0B2}" srcOrd="0" destOrd="0" presId="urn:microsoft.com/office/officeart/2016/7/layout/RepeatingBendingProcessNew"/>
    <dgm:cxn modelId="{AE5EDBE9-D56A-4BD7-9FDC-9E2E003BA2AC}" type="presOf" srcId="{9EE6C9C5-EE5A-4753-B8CD-C81568F44D19}" destId="{2D5EA5AC-9F31-4877-AB66-8AAC2E23F963}" srcOrd="0" destOrd="0" presId="urn:microsoft.com/office/officeart/2016/7/layout/RepeatingBendingProcessNew"/>
    <dgm:cxn modelId="{B2ECF932-2A4C-47FC-88A8-B5C3446A6FEE}" type="presParOf" srcId="{26F5AB08-2270-4E94-964F-3A1451F9B616}" destId="{C99B1F0D-B015-46CF-86CE-1C5FF9FAF375}" srcOrd="0" destOrd="0" presId="urn:microsoft.com/office/officeart/2016/7/layout/RepeatingBendingProcessNew"/>
    <dgm:cxn modelId="{0EEAF314-70E3-4C26-A308-6E5A47ADAAEE}" type="presParOf" srcId="{26F5AB08-2270-4E94-964F-3A1451F9B616}" destId="{83ECB0DC-F688-4D7D-9DF9-D2313A244FFB}" srcOrd="1" destOrd="0" presId="urn:microsoft.com/office/officeart/2016/7/layout/RepeatingBendingProcessNew"/>
    <dgm:cxn modelId="{200CD3D6-B154-40BC-95EB-AB6FAD8E9D8E}" type="presParOf" srcId="{83ECB0DC-F688-4D7D-9DF9-D2313A244FFB}" destId="{4112A59F-5332-4472-BA77-D18A27174326}" srcOrd="0" destOrd="0" presId="urn:microsoft.com/office/officeart/2016/7/layout/RepeatingBendingProcessNew"/>
    <dgm:cxn modelId="{5A8A534D-7523-42E8-9FE5-DEE21AF67542}" type="presParOf" srcId="{26F5AB08-2270-4E94-964F-3A1451F9B616}" destId="{E59291B6-51DB-4D35-948C-499B43C36FA6}" srcOrd="2" destOrd="0" presId="urn:microsoft.com/office/officeart/2016/7/layout/RepeatingBendingProcessNew"/>
    <dgm:cxn modelId="{96D49D85-DFC6-418A-AD5B-B622F483DE40}" type="presParOf" srcId="{26F5AB08-2270-4E94-964F-3A1451F9B616}" destId="{DB4A5A40-258C-4F8A-9DED-D35E7C15D478}" srcOrd="3" destOrd="0" presId="urn:microsoft.com/office/officeart/2016/7/layout/RepeatingBendingProcessNew"/>
    <dgm:cxn modelId="{939B5A54-9633-40D9-BC1F-7245025B145B}" type="presParOf" srcId="{DB4A5A40-258C-4F8A-9DED-D35E7C15D478}" destId="{529E2C6B-2738-455B-A8CF-7B65E3E6C22F}" srcOrd="0" destOrd="0" presId="urn:microsoft.com/office/officeart/2016/7/layout/RepeatingBendingProcessNew"/>
    <dgm:cxn modelId="{07105A81-518E-4E4D-8584-174B0550D3EF}" type="presParOf" srcId="{26F5AB08-2270-4E94-964F-3A1451F9B616}" destId="{025A0297-5195-4FC8-A1BC-0B65F9D81637}" srcOrd="4" destOrd="0" presId="urn:microsoft.com/office/officeart/2016/7/layout/RepeatingBendingProcessNew"/>
    <dgm:cxn modelId="{3CDCBCEC-4305-4F8F-934E-2CC5DDFD44F1}" type="presParOf" srcId="{26F5AB08-2270-4E94-964F-3A1451F9B616}" destId="{2D5EA5AC-9F31-4877-AB66-8AAC2E23F963}" srcOrd="5" destOrd="0" presId="urn:microsoft.com/office/officeart/2016/7/layout/RepeatingBendingProcessNew"/>
    <dgm:cxn modelId="{BF23EC67-D196-42BC-95B1-9939DC2FC0EE}" type="presParOf" srcId="{2D5EA5AC-9F31-4877-AB66-8AAC2E23F963}" destId="{441FA607-35DB-4EB0-A3AF-24EF9027B716}" srcOrd="0" destOrd="0" presId="urn:microsoft.com/office/officeart/2016/7/layout/RepeatingBendingProcessNew"/>
    <dgm:cxn modelId="{29BCF6E2-E2EB-46AD-8C87-265D6882FE4D}" type="presParOf" srcId="{26F5AB08-2270-4E94-964F-3A1451F9B616}" destId="{07DDB0FA-C522-46E6-987C-3EA0F401A1FE}" srcOrd="6" destOrd="0" presId="urn:microsoft.com/office/officeart/2016/7/layout/RepeatingBendingProcessNew"/>
    <dgm:cxn modelId="{5E4C6F52-14E9-4380-B17D-7DACE0FFC270}" type="presParOf" srcId="{26F5AB08-2270-4E94-964F-3A1451F9B616}" destId="{546EA93C-FADA-4F4A-8031-4E6DD52AB2FC}" srcOrd="7" destOrd="0" presId="urn:microsoft.com/office/officeart/2016/7/layout/RepeatingBendingProcessNew"/>
    <dgm:cxn modelId="{6BB9FC1C-A186-4789-AB82-1F25491EAD47}" type="presParOf" srcId="{546EA93C-FADA-4F4A-8031-4E6DD52AB2FC}" destId="{3AE441F2-9006-4552-AEBF-F95A10790CCC}" srcOrd="0" destOrd="0" presId="urn:microsoft.com/office/officeart/2016/7/layout/RepeatingBendingProcessNew"/>
    <dgm:cxn modelId="{346C9B27-9469-4375-8FFA-2CE1955BADB4}" type="presParOf" srcId="{26F5AB08-2270-4E94-964F-3A1451F9B616}" destId="{93F52313-0AA5-4C2C-8ED9-676271AFC0B2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1440E6C-DBC0-4372-B298-9D335F2212F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6_2" csCatId="accent6" phldr="1"/>
      <dgm:spPr/>
      <dgm:t>
        <a:bodyPr/>
        <a:lstStyle/>
        <a:p>
          <a:endParaRPr lang="en-US"/>
        </a:p>
      </dgm:t>
    </dgm:pt>
    <dgm:pt modelId="{B2EE1443-E8B4-4D83-8C54-0AB5AEDEC9F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Espace communautaire sur l’application où les utilisateurs partagent leurs progrès en matière de recyclage et participer à des défis </a:t>
          </a:r>
          <a:r>
            <a:rPr lang="fr-FR" noProof="0" dirty="0" err="1"/>
            <a:t>collectifs.sur</a:t>
          </a:r>
          <a:r>
            <a:rPr lang="fr-FR" noProof="0" dirty="0"/>
            <a:t> le marché </a:t>
          </a:r>
        </a:p>
      </dgm:t>
    </dgm:pt>
    <dgm:pt modelId="{62CFDDCF-9BEF-4766-9E8C-A5962C50AF4F}" type="parTrans" cxnId="{52D2A555-820E-4071-B339-F45294BAF8D5}">
      <dgm:prSet/>
      <dgm:spPr/>
      <dgm:t>
        <a:bodyPr/>
        <a:lstStyle/>
        <a:p>
          <a:endParaRPr lang="en-US"/>
        </a:p>
      </dgm:t>
    </dgm:pt>
    <dgm:pt modelId="{1F298D12-E91D-45A5-BDAE-5EDA7C853119}" type="sibTrans" cxnId="{52D2A555-820E-4071-B339-F45294BAF8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18F624-8984-4866-B539-0FBAC9C4732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Offrir des points de fidélité pour chaque kilogramme de déchets collectés. Les points peuvent être échangés contre des produits écologique et gadgets </a:t>
          </a:r>
        </a:p>
      </dgm:t>
    </dgm:pt>
    <dgm:pt modelId="{7E020B21-6EF5-4051-8599-32043FCDEDF2}" type="parTrans" cxnId="{816723B9-5242-4393-93B0-B3C935A2431B}">
      <dgm:prSet/>
      <dgm:spPr/>
      <dgm:t>
        <a:bodyPr/>
        <a:lstStyle/>
        <a:p>
          <a:endParaRPr lang="en-US"/>
        </a:p>
      </dgm:t>
    </dgm:pt>
    <dgm:pt modelId="{BD669994-5837-45D7-A41C-A4D678D86657}" type="sibTrans" cxnId="{816723B9-5242-4393-93B0-B3C935A243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37E8BE-21E5-4182-B67E-F31FA12C29C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Délivrer une certification "Entreprise Écoresponsable" pour valoriser leur engagement écologique.</a:t>
          </a:r>
        </a:p>
      </dgm:t>
    </dgm:pt>
    <dgm:pt modelId="{5A51D451-075A-4F18-A346-EE5DF0E80012}" type="parTrans" cxnId="{1E342364-C63F-4436-84AD-65F42C1B001C}">
      <dgm:prSet/>
      <dgm:spPr/>
      <dgm:t>
        <a:bodyPr/>
        <a:lstStyle/>
        <a:p>
          <a:endParaRPr lang="en-US"/>
        </a:p>
      </dgm:t>
    </dgm:pt>
    <dgm:pt modelId="{33A81DCC-ED4B-4996-A567-2854F029E77F}" type="sibTrans" cxnId="{1E342364-C63F-4436-84AD-65F42C1B00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B11B746-30C0-41A2-8EAE-D09CB0C1797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Associer les collectivités aux campagnes de sensibilisation, en valorisant leurs efforts dans les médias locaux.</a:t>
          </a:r>
        </a:p>
      </dgm:t>
    </dgm:pt>
    <dgm:pt modelId="{D371C581-061F-4212-8A44-D2E3169EA021}" type="parTrans" cxnId="{D7CB9315-C017-4081-BFCB-452136B054FF}">
      <dgm:prSet/>
      <dgm:spPr/>
      <dgm:t>
        <a:bodyPr/>
        <a:lstStyle/>
        <a:p>
          <a:endParaRPr lang="en-US"/>
        </a:p>
      </dgm:t>
    </dgm:pt>
    <dgm:pt modelId="{3D2559DD-73A4-4E4C-992E-ECF38BC620D2}" type="sibTrans" cxnId="{D7CB9315-C017-4081-BFCB-452136B054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84D7A2-5D90-456B-8D39-041920B1834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Organiser des compétitions entre écoles pour récompenser les meilleures initiatives de gestion des déchets.</a:t>
          </a:r>
        </a:p>
      </dgm:t>
    </dgm:pt>
    <dgm:pt modelId="{9698B2CC-28BD-45E4-9E75-5EA2580862C5}" type="parTrans" cxnId="{C033E2EC-AB2B-47A4-B86B-86F8F3B0DE94}">
      <dgm:prSet/>
      <dgm:spPr/>
      <dgm:t>
        <a:bodyPr/>
        <a:lstStyle/>
        <a:p>
          <a:endParaRPr lang="fr-FR"/>
        </a:p>
      </dgm:t>
    </dgm:pt>
    <dgm:pt modelId="{736D7B80-6F33-4E70-A3D5-FE0BAF3F2792}" type="sibTrans" cxnId="{C033E2EC-AB2B-47A4-B86B-86F8F3B0DE94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7260DB04-B9A4-4729-BB1D-83204D6570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Travailler ensemble pour promouvoir des campagnes de sensibilisation et d’éducation environnementale avec des ONG et associations écologiques </a:t>
          </a:r>
        </a:p>
      </dgm:t>
    </dgm:pt>
    <dgm:pt modelId="{1E26AF44-836E-4D83-919E-233F0D5E4632}" type="parTrans" cxnId="{E488B9F0-0F1A-40EE-BBDB-4D1D3F60D4B7}">
      <dgm:prSet/>
      <dgm:spPr/>
      <dgm:t>
        <a:bodyPr/>
        <a:lstStyle/>
        <a:p>
          <a:endParaRPr lang="fr-FR"/>
        </a:p>
      </dgm:t>
    </dgm:pt>
    <dgm:pt modelId="{37740787-6392-4D1E-896A-949D3442290E}" type="sibTrans" cxnId="{E488B9F0-0F1A-40EE-BBDB-4D1D3F60D4B7}">
      <dgm:prSet/>
      <dgm:spPr/>
      <dgm:t>
        <a:bodyPr/>
        <a:lstStyle/>
        <a:p>
          <a:endParaRPr lang="fr-FR"/>
        </a:p>
      </dgm:t>
    </dgm:pt>
    <dgm:pt modelId="{0EF1332B-ADC0-454E-B52B-34F9CB6BC4E2}" type="pres">
      <dgm:prSet presAssocID="{B1440E6C-DBC0-4372-B298-9D335F2212FB}" presName="root" presStyleCnt="0">
        <dgm:presLayoutVars>
          <dgm:dir/>
          <dgm:resizeHandles val="exact"/>
        </dgm:presLayoutVars>
      </dgm:prSet>
      <dgm:spPr/>
    </dgm:pt>
    <dgm:pt modelId="{5E2F4D70-81EA-4E76-8966-0AB3B7081A7B}" type="pres">
      <dgm:prSet presAssocID="{B1440E6C-DBC0-4372-B298-9D335F2212FB}" presName="container" presStyleCnt="0">
        <dgm:presLayoutVars>
          <dgm:dir/>
          <dgm:resizeHandles val="exact"/>
        </dgm:presLayoutVars>
      </dgm:prSet>
      <dgm:spPr/>
    </dgm:pt>
    <dgm:pt modelId="{25F1E555-5858-4048-935E-D1171070FE28}" type="pres">
      <dgm:prSet presAssocID="{B2EE1443-E8B4-4D83-8C54-0AB5AEDEC9FB}" presName="compNode" presStyleCnt="0"/>
      <dgm:spPr/>
    </dgm:pt>
    <dgm:pt modelId="{93493E89-C703-4BDF-AB44-A0B41A046D50}" type="pres">
      <dgm:prSet presAssocID="{B2EE1443-E8B4-4D83-8C54-0AB5AEDEC9FB}" presName="iconBgRect" presStyleLbl="bgShp" presStyleIdx="0" presStyleCnt="6"/>
      <dgm:spPr/>
    </dgm:pt>
    <dgm:pt modelId="{52FDD237-3117-4FFE-B51E-C4BB11406551}" type="pres">
      <dgm:prSet presAssocID="{B2EE1443-E8B4-4D83-8C54-0AB5AEDEC9F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age"/>
        </a:ext>
      </dgm:extLst>
    </dgm:pt>
    <dgm:pt modelId="{1BB8AA94-2657-4CFC-9199-E8E86E16D981}" type="pres">
      <dgm:prSet presAssocID="{B2EE1443-E8B4-4D83-8C54-0AB5AEDEC9FB}" presName="spaceRect" presStyleCnt="0"/>
      <dgm:spPr/>
    </dgm:pt>
    <dgm:pt modelId="{E2095E50-5F13-4D1E-B1B7-43AC3A01F905}" type="pres">
      <dgm:prSet presAssocID="{B2EE1443-E8B4-4D83-8C54-0AB5AEDEC9FB}" presName="textRect" presStyleLbl="revTx" presStyleIdx="0" presStyleCnt="6">
        <dgm:presLayoutVars>
          <dgm:chMax val="1"/>
          <dgm:chPref val="1"/>
        </dgm:presLayoutVars>
      </dgm:prSet>
      <dgm:spPr/>
    </dgm:pt>
    <dgm:pt modelId="{FB5E92D3-F026-4D9C-A0C1-D1483277EA1F}" type="pres">
      <dgm:prSet presAssocID="{1F298D12-E91D-45A5-BDAE-5EDA7C853119}" presName="sibTrans" presStyleLbl="sibTrans2D1" presStyleIdx="0" presStyleCnt="0"/>
      <dgm:spPr/>
    </dgm:pt>
    <dgm:pt modelId="{85A77DDD-A581-4650-824B-B485DCA28F7B}" type="pres">
      <dgm:prSet presAssocID="{5E18F624-8984-4866-B539-0FBAC9C47328}" presName="compNode" presStyleCnt="0"/>
      <dgm:spPr/>
    </dgm:pt>
    <dgm:pt modelId="{3F5355F9-A104-4FC2-B2A2-E8FAA979E5BD}" type="pres">
      <dgm:prSet presAssocID="{5E18F624-8984-4866-B539-0FBAC9C47328}" presName="iconBgRect" presStyleLbl="bgShp" presStyleIdx="1" presStyleCnt="6"/>
      <dgm:spPr/>
    </dgm:pt>
    <dgm:pt modelId="{E526E460-9004-4D30-AE7A-9290984E822D}" type="pres">
      <dgm:prSet presAssocID="{5E18F624-8984-4866-B539-0FBAC9C4732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îte"/>
        </a:ext>
      </dgm:extLst>
    </dgm:pt>
    <dgm:pt modelId="{1AF757E4-0FF7-4877-9E43-344C290A6C06}" type="pres">
      <dgm:prSet presAssocID="{5E18F624-8984-4866-B539-0FBAC9C47328}" presName="spaceRect" presStyleCnt="0"/>
      <dgm:spPr/>
    </dgm:pt>
    <dgm:pt modelId="{788E6014-F222-4A24-B0B4-26C1318C8FDE}" type="pres">
      <dgm:prSet presAssocID="{5E18F624-8984-4866-B539-0FBAC9C47328}" presName="textRect" presStyleLbl="revTx" presStyleIdx="1" presStyleCnt="6">
        <dgm:presLayoutVars>
          <dgm:chMax val="1"/>
          <dgm:chPref val="1"/>
        </dgm:presLayoutVars>
      </dgm:prSet>
      <dgm:spPr/>
    </dgm:pt>
    <dgm:pt modelId="{58B7646F-6F1C-4447-BA80-82A2ECF94B0B}" type="pres">
      <dgm:prSet presAssocID="{BD669994-5837-45D7-A41C-A4D678D86657}" presName="sibTrans" presStyleLbl="sibTrans2D1" presStyleIdx="0" presStyleCnt="0"/>
      <dgm:spPr/>
    </dgm:pt>
    <dgm:pt modelId="{7C6A2419-5C67-4F7E-9DC8-E6AE5E968C56}" type="pres">
      <dgm:prSet presAssocID="{BA37E8BE-21E5-4182-B67E-F31FA12C29C3}" presName="compNode" presStyleCnt="0"/>
      <dgm:spPr/>
    </dgm:pt>
    <dgm:pt modelId="{6683EC2A-9546-4947-A1ED-6C1938201FD8}" type="pres">
      <dgm:prSet presAssocID="{BA37E8BE-21E5-4182-B67E-F31FA12C29C3}" presName="iconBgRect" presStyleLbl="bgShp" presStyleIdx="2" presStyleCnt="6"/>
      <dgm:spPr/>
    </dgm:pt>
    <dgm:pt modelId="{FFAE7443-94B5-41A1-B9E8-493E28B48E68}" type="pres">
      <dgm:prSet presAssocID="{BA37E8BE-21E5-4182-B67E-F31FA12C29C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CF1B8B5-603F-4B81-B86F-FB6AB2D73619}" type="pres">
      <dgm:prSet presAssocID="{BA37E8BE-21E5-4182-B67E-F31FA12C29C3}" presName="spaceRect" presStyleCnt="0"/>
      <dgm:spPr/>
    </dgm:pt>
    <dgm:pt modelId="{20E7EEBC-9C45-4351-BE9F-47630DDE1B30}" type="pres">
      <dgm:prSet presAssocID="{BA37E8BE-21E5-4182-B67E-F31FA12C29C3}" presName="textRect" presStyleLbl="revTx" presStyleIdx="2" presStyleCnt="6">
        <dgm:presLayoutVars>
          <dgm:chMax val="1"/>
          <dgm:chPref val="1"/>
        </dgm:presLayoutVars>
      </dgm:prSet>
      <dgm:spPr/>
    </dgm:pt>
    <dgm:pt modelId="{802EB82F-73FE-492D-924E-211501D7257F}" type="pres">
      <dgm:prSet presAssocID="{33A81DCC-ED4B-4996-A567-2854F029E77F}" presName="sibTrans" presStyleLbl="sibTrans2D1" presStyleIdx="0" presStyleCnt="0"/>
      <dgm:spPr/>
    </dgm:pt>
    <dgm:pt modelId="{72EFE544-C2D9-4EC5-B80D-F944F9AC9EAB}" type="pres">
      <dgm:prSet presAssocID="{8484D7A2-5D90-456B-8D39-041920B1834C}" presName="compNode" presStyleCnt="0"/>
      <dgm:spPr/>
    </dgm:pt>
    <dgm:pt modelId="{09F4A343-373C-43ED-AD32-25CC151F6C93}" type="pres">
      <dgm:prSet presAssocID="{8484D7A2-5D90-456B-8D39-041920B1834C}" presName="iconBgRect" presStyleLbl="bgShp" presStyleIdx="3" presStyleCnt="6"/>
      <dgm:spPr/>
    </dgm:pt>
    <dgm:pt modelId="{D1CC054E-C157-4F67-B0FB-3A0000DADFCC}" type="pres">
      <dgm:prSet presAssocID="{8484D7A2-5D90-456B-8D39-041920B1834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xions"/>
        </a:ext>
      </dgm:extLst>
    </dgm:pt>
    <dgm:pt modelId="{AFFB7F40-D1D0-4C2E-948F-E50A39F87FA7}" type="pres">
      <dgm:prSet presAssocID="{8484D7A2-5D90-456B-8D39-041920B1834C}" presName="spaceRect" presStyleCnt="0"/>
      <dgm:spPr/>
    </dgm:pt>
    <dgm:pt modelId="{AF9A22C3-5442-44B8-BAB3-7B874B3293C3}" type="pres">
      <dgm:prSet presAssocID="{8484D7A2-5D90-456B-8D39-041920B1834C}" presName="textRect" presStyleLbl="revTx" presStyleIdx="3" presStyleCnt="6">
        <dgm:presLayoutVars>
          <dgm:chMax val="1"/>
          <dgm:chPref val="1"/>
        </dgm:presLayoutVars>
      </dgm:prSet>
      <dgm:spPr/>
    </dgm:pt>
    <dgm:pt modelId="{32786B83-D749-4C37-95D9-A96B61EC6A29}" type="pres">
      <dgm:prSet presAssocID="{736D7B80-6F33-4E70-A3D5-FE0BAF3F2792}" presName="sibTrans" presStyleLbl="sibTrans2D1" presStyleIdx="0" presStyleCnt="0"/>
      <dgm:spPr/>
    </dgm:pt>
    <dgm:pt modelId="{2E5B78C9-F4E5-4C69-A741-10C29A3CA737}" type="pres">
      <dgm:prSet presAssocID="{3B11B746-30C0-41A2-8EAE-D09CB0C1797F}" presName="compNode" presStyleCnt="0"/>
      <dgm:spPr/>
    </dgm:pt>
    <dgm:pt modelId="{4CC909C3-4598-4319-ABDF-B8C1AA1826C7}" type="pres">
      <dgm:prSet presAssocID="{3B11B746-30C0-41A2-8EAE-D09CB0C1797F}" presName="iconBgRect" presStyleLbl="bgShp" presStyleIdx="4" presStyleCnt="6"/>
      <dgm:spPr/>
    </dgm:pt>
    <dgm:pt modelId="{DF902FB3-7360-4828-AAFA-3A9CA236416F}" type="pres">
      <dgm:prSet presAssocID="{3B11B746-30C0-41A2-8EAE-D09CB0C1797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ée"/>
        </a:ext>
      </dgm:extLst>
    </dgm:pt>
    <dgm:pt modelId="{87B16DCC-ED1F-4128-965E-D483FD3D8932}" type="pres">
      <dgm:prSet presAssocID="{3B11B746-30C0-41A2-8EAE-D09CB0C1797F}" presName="spaceRect" presStyleCnt="0"/>
      <dgm:spPr/>
    </dgm:pt>
    <dgm:pt modelId="{2FEA4009-700A-4A20-9B8B-C4C938FF94ED}" type="pres">
      <dgm:prSet presAssocID="{3B11B746-30C0-41A2-8EAE-D09CB0C1797F}" presName="textRect" presStyleLbl="revTx" presStyleIdx="4" presStyleCnt="6">
        <dgm:presLayoutVars>
          <dgm:chMax val="1"/>
          <dgm:chPref val="1"/>
        </dgm:presLayoutVars>
      </dgm:prSet>
      <dgm:spPr/>
    </dgm:pt>
    <dgm:pt modelId="{0FA6D9F6-E403-4AFE-A51B-CDFBBA20477B}" type="pres">
      <dgm:prSet presAssocID="{3D2559DD-73A4-4E4C-992E-ECF38BC620D2}" presName="sibTrans" presStyleLbl="sibTrans2D1" presStyleIdx="0" presStyleCnt="0"/>
      <dgm:spPr/>
    </dgm:pt>
    <dgm:pt modelId="{B7E12EA9-950F-489D-8201-DBC6B25FE21C}" type="pres">
      <dgm:prSet presAssocID="{7260DB04-B9A4-4729-BB1D-83204D6570E8}" presName="compNode" presStyleCnt="0"/>
      <dgm:spPr/>
    </dgm:pt>
    <dgm:pt modelId="{F5DBC85F-0A9D-4976-B57B-440F8E2C899C}" type="pres">
      <dgm:prSet presAssocID="{7260DB04-B9A4-4729-BB1D-83204D6570E8}" presName="iconBgRect" presStyleLbl="bgShp" presStyleIdx="5" presStyleCnt="6"/>
      <dgm:spPr/>
    </dgm:pt>
    <dgm:pt modelId="{46C58000-25BA-407B-BC9B-C1C3D25CB39A}" type="pres">
      <dgm:prSet presAssocID="{7260DB04-B9A4-4729-BB1D-83204D6570E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e"/>
        </a:ext>
      </dgm:extLst>
    </dgm:pt>
    <dgm:pt modelId="{4C0B3931-D27D-41C3-98B1-074FFC580DB0}" type="pres">
      <dgm:prSet presAssocID="{7260DB04-B9A4-4729-BB1D-83204D6570E8}" presName="spaceRect" presStyleCnt="0"/>
      <dgm:spPr/>
    </dgm:pt>
    <dgm:pt modelId="{4F17A069-84E3-4705-8C29-A08561CC0983}" type="pres">
      <dgm:prSet presAssocID="{7260DB04-B9A4-4729-BB1D-83204D6570E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1653203-5330-4DFE-A8CA-2A13E86A69A4}" type="presOf" srcId="{B2EE1443-E8B4-4D83-8C54-0AB5AEDEC9FB}" destId="{E2095E50-5F13-4D1E-B1B7-43AC3A01F905}" srcOrd="0" destOrd="0" presId="urn:microsoft.com/office/officeart/2018/2/layout/IconCircleList"/>
    <dgm:cxn modelId="{D7CB9315-C017-4081-BFCB-452136B054FF}" srcId="{B1440E6C-DBC0-4372-B298-9D335F2212FB}" destId="{3B11B746-30C0-41A2-8EAE-D09CB0C1797F}" srcOrd="4" destOrd="0" parTransId="{D371C581-061F-4212-8A44-D2E3169EA021}" sibTransId="{3D2559DD-73A4-4E4C-992E-ECF38BC620D2}"/>
    <dgm:cxn modelId="{CE5D4429-2474-463F-825E-3F91731DAE4D}" type="presOf" srcId="{8484D7A2-5D90-456B-8D39-041920B1834C}" destId="{AF9A22C3-5442-44B8-BAB3-7B874B3293C3}" srcOrd="0" destOrd="0" presId="urn:microsoft.com/office/officeart/2018/2/layout/IconCircleList"/>
    <dgm:cxn modelId="{1E342364-C63F-4436-84AD-65F42C1B001C}" srcId="{B1440E6C-DBC0-4372-B298-9D335F2212FB}" destId="{BA37E8BE-21E5-4182-B67E-F31FA12C29C3}" srcOrd="2" destOrd="0" parTransId="{5A51D451-075A-4F18-A346-EE5DF0E80012}" sibTransId="{33A81DCC-ED4B-4996-A567-2854F029E77F}"/>
    <dgm:cxn modelId="{0D90D849-AE4B-4643-829E-809696437DDC}" type="presOf" srcId="{BA37E8BE-21E5-4182-B67E-F31FA12C29C3}" destId="{20E7EEBC-9C45-4351-BE9F-47630DDE1B30}" srcOrd="0" destOrd="0" presId="urn:microsoft.com/office/officeart/2018/2/layout/IconCircleList"/>
    <dgm:cxn modelId="{F2C4456C-4B88-4ADA-A058-7949A0AFED2F}" type="presOf" srcId="{7260DB04-B9A4-4729-BB1D-83204D6570E8}" destId="{4F17A069-84E3-4705-8C29-A08561CC0983}" srcOrd="0" destOrd="0" presId="urn:microsoft.com/office/officeart/2018/2/layout/IconCircleList"/>
    <dgm:cxn modelId="{A9D7BF6C-1586-46C3-A1A9-9E9A9C458A18}" type="presOf" srcId="{736D7B80-6F33-4E70-A3D5-FE0BAF3F2792}" destId="{32786B83-D749-4C37-95D9-A96B61EC6A29}" srcOrd="0" destOrd="0" presId="urn:microsoft.com/office/officeart/2018/2/layout/IconCircleList"/>
    <dgm:cxn modelId="{2DB8CF54-C24F-4A68-8798-282B2B244B7D}" type="presOf" srcId="{B1440E6C-DBC0-4372-B298-9D335F2212FB}" destId="{0EF1332B-ADC0-454E-B52B-34F9CB6BC4E2}" srcOrd="0" destOrd="0" presId="urn:microsoft.com/office/officeart/2018/2/layout/IconCircleList"/>
    <dgm:cxn modelId="{B4073D75-045D-4E8D-8E46-A4E2E456FC6A}" type="presOf" srcId="{BD669994-5837-45D7-A41C-A4D678D86657}" destId="{58B7646F-6F1C-4447-BA80-82A2ECF94B0B}" srcOrd="0" destOrd="0" presId="urn:microsoft.com/office/officeart/2018/2/layout/IconCircleList"/>
    <dgm:cxn modelId="{52D2A555-820E-4071-B339-F45294BAF8D5}" srcId="{B1440E6C-DBC0-4372-B298-9D335F2212FB}" destId="{B2EE1443-E8B4-4D83-8C54-0AB5AEDEC9FB}" srcOrd="0" destOrd="0" parTransId="{62CFDDCF-9BEF-4766-9E8C-A5962C50AF4F}" sibTransId="{1F298D12-E91D-45A5-BDAE-5EDA7C853119}"/>
    <dgm:cxn modelId="{647A3381-A9D5-45D9-90CE-17B57609942E}" type="presOf" srcId="{5E18F624-8984-4866-B539-0FBAC9C47328}" destId="{788E6014-F222-4A24-B0B4-26C1318C8FDE}" srcOrd="0" destOrd="0" presId="urn:microsoft.com/office/officeart/2018/2/layout/IconCircleList"/>
    <dgm:cxn modelId="{96E24E98-4526-4699-9A75-E0F2C1A6EF15}" type="presOf" srcId="{33A81DCC-ED4B-4996-A567-2854F029E77F}" destId="{802EB82F-73FE-492D-924E-211501D7257F}" srcOrd="0" destOrd="0" presId="urn:microsoft.com/office/officeart/2018/2/layout/IconCircleList"/>
    <dgm:cxn modelId="{C7362AA4-DEB9-4D97-AC49-90E068564C6A}" type="presOf" srcId="{3B11B746-30C0-41A2-8EAE-D09CB0C1797F}" destId="{2FEA4009-700A-4A20-9B8B-C4C938FF94ED}" srcOrd="0" destOrd="0" presId="urn:microsoft.com/office/officeart/2018/2/layout/IconCircleList"/>
    <dgm:cxn modelId="{700A27AF-912D-438E-821D-6B5181F1EAA6}" type="presOf" srcId="{3D2559DD-73A4-4E4C-992E-ECF38BC620D2}" destId="{0FA6D9F6-E403-4AFE-A51B-CDFBBA20477B}" srcOrd="0" destOrd="0" presId="urn:microsoft.com/office/officeart/2018/2/layout/IconCircleList"/>
    <dgm:cxn modelId="{565CC5B4-6A31-4BA0-8E07-A85978DF8E35}" type="presOf" srcId="{1F298D12-E91D-45A5-BDAE-5EDA7C853119}" destId="{FB5E92D3-F026-4D9C-A0C1-D1483277EA1F}" srcOrd="0" destOrd="0" presId="urn:microsoft.com/office/officeart/2018/2/layout/IconCircleList"/>
    <dgm:cxn modelId="{816723B9-5242-4393-93B0-B3C935A2431B}" srcId="{B1440E6C-DBC0-4372-B298-9D335F2212FB}" destId="{5E18F624-8984-4866-B539-0FBAC9C47328}" srcOrd="1" destOrd="0" parTransId="{7E020B21-6EF5-4051-8599-32043FCDEDF2}" sibTransId="{BD669994-5837-45D7-A41C-A4D678D86657}"/>
    <dgm:cxn modelId="{C033E2EC-AB2B-47A4-B86B-86F8F3B0DE94}" srcId="{B1440E6C-DBC0-4372-B298-9D335F2212FB}" destId="{8484D7A2-5D90-456B-8D39-041920B1834C}" srcOrd="3" destOrd="0" parTransId="{9698B2CC-28BD-45E4-9E75-5EA2580862C5}" sibTransId="{736D7B80-6F33-4E70-A3D5-FE0BAF3F2792}"/>
    <dgm:cxn modelId="{E488B9F0-0F1A-40EE-BBDB-4D1D3F60D4B7}" srcId="{B1440E6C-DBC0-4372-B298-9D335F2212FB}" destId="{7260DB04-B9A4-4729-BB1D-83204D6570E8}" srcOrd="5" destOrd="0" parTransId="{1E26AF44-836E-4D83-919E-233F0D5E4632}" sibTransId="{37740787-6392-4D1E-896A-949D3442290E}"/>
    <dgm:cxn modelId="{0D247421-23F8-4FC2-8F05-0B37D522DCD6}" type="presParOf" srcId="{0EF1332B-ADC0-454E-B52B-34F9CB6BC4E2}" destId="{5E2F4D70-81EA-4E76-8966-0AB3B7081A7B}" srcOrd="0" destOrd="0" presId="urn:microsoft.com/office/officeart/2018/2/layout/IconCircleList"/>
    <dgm:cxn modelId="{12B2AA10-E8F9-41CE-9292-AB2D548B3261}" type="presParOf" srcId="{5E2F4D70-81EA-4E76-8966-0AB3B7081A7B}" destId="{25F1E555-5858-4048-935E-D1171070FE28}" srcOrd="0" destOrd="0" presId="urn:microsoft.com/office/officeart/2018/2/layout/IconCircleList"/>
    <dgm:cxn modelId="{2DF1476C-3220-4112-9B06-7BF0DDD1E018}" type="presParOf" srcId="{25F1E555-5858-4048-935E-D1171070FE28}" destId="{93493E89-C703-4BDF-AB44-A0B41A046D50}" srcOrd="0" destOrd="0" presId="urn:microsoft.com/office/officeart/2018/2/layout/IconCircleList"/>
    <dgm:cxn modelId="{9E434A20-1AB7-4096-AEF1-887431B1EFA4}" type="presParOf" srcId="{25F1E555-5858-4048-935E-D1171070FE28}" destId="{52FDD237-3117-4FFE-B51E-C4BB11406551}" srcOrd="1" destOrd="0" presId="urn:microsoft.com/office/officeart/2018/2/layout/IconCircleList"/>
    <dgm:cxn modelId="{2ECD06CF-4641-4915-BBE5-D7CA11B61568}" type="presParOf" srcId="{25F1E555-5858-4048-935E-D1171070FE28}" destId="{1BB8AA94-2657-4CFC-9199-E8E86E16D981}" srcOrd="2" destOrd="0" presId="urn:microsoft.com/office/officeart/2018/2/layout/IconCircleList"/>
    <dgm:cxn modelId="{71AD5D58-B0F1-4BE2-B9A7-A054B0FACE51}" type="presParOf" srcId="{25F1E555-5858-4048-935E-D1171070FE28}" destId="{E2095E50-5F13-4D1E-B1B7-43AC3A01F905}" srcOrd="3" destOrd="0" presId="urn:microsoft.com/office/officeart/2018/2/layout/IconCircleList"/>
    <dgm:cxn modelId="{D7E6B9BC-1E55-46F7-8940-8ED10C0DBA3D}" type="presParOf" srcId="{5E2F4D70-81EA-4E76-8966-0AB3B7081A7B}" destId="{FB5E92D3-F026-4D9C-A0C1-D1483277EA1F}" srcOrd="1" destOrd="0" presId="urn:microsoft.com/office/officeart/2018/2/layout/IconCircleList"/>
    <dgm:cxn modelId="{A90F2031-1F4C-4E48-9A02-1A520D264952}" type="presParOf" srcId="{5E2F4D70-81EA-4E76-8966-0AB3B7081A7B}" destId="{85A77DDD-A581-4650-824B-B485DCA28F7B}" srcOrd="2" destOrd="0" presId="urn:microsoft.com/office/officeart/2018/2/layout/IconCircleList"/>
    <dgm:cxn modelId="{64D899DC-EF30-4F61-88DA-DBAB384666A8}" type="presParOf" srcId="{85A77DDD-A581-4650-824B-B485DCA28F7B}" destId="{3F5355F9-A104-4FC2-B2A2-E8FAA979E5BD}" srcOrd="0" destOrd="0" presId="urn:microsoft.com/office/officeart/2018/2/layout/IconCircleList"/>
    <dgm:cxn modelId="{5C4925F9-B45F-46C6-85C0-EB6D86E1E0F2}" type="presParOf" srcId="{85A77DDD-A581-4650-824B-B485DCA28F7B}" destId="{E526E460-9004-4D30-AE7A-9290984E822D}" srcOrd="1" destOrd="0" presId="urn:microsoft.com/office/officeart/2018/2/layout/IconCircleList"/>
    <dgm:cxn modelId="{2ACE2B4D-56E4-48AA-AD01-8A9B245761C6}" type="presParOf" srcId="{85A77DDD-A581-4650-824B-B485DCA28F7B}" destId="{1AF757E4-0FF7-4877-9E43-344C290A6C06}" srcOrd="2" destOrd="0" presId="urn:microsoft.com/office/officeart/2018/2/layout/IconCircleList"/>
    <dgm:cxn modelId="{0C45FD31-3C78-4FBC-9538-371C55919942}" type="presParOf" srcId="{85A77DDD-A581-4650-824B-B485DCA28F7B}" destId="{788E6014-F222-4A24-B0B4-26C1318C8FDE}" srcOrd="3" destOrd="0" presId="urn:microsoft.com/office/officeart/2018/2/layout/IconCircleList"/>
    <dgm:cxn modelId="{82B35960-BD64-4DD8-85E7-94FCB200A47F}" type="presParOf" srcId="{5E2F4D70-81EA-4E76-8966-0AB3B7081A7B}" destId="{58B7646F-6F1C-4447-BA80-82A2ECF94B0B}" srcOrd="3" destOrd="0" presId="urn:microsoft.com/office/officeart/2018/2/layout/IconCircleList"/>
    <dgm:cxn modelId="{CAC10A77-1244-4227-90C2-28B683E1D4C2}" type="presParOf" srcId="{5E2F4D70-81EA-4E76-8966-0AB3B7081A7B}" destId="{7C6A2419-5C67-4F7E-9DC8-E6AE5E968C56}" srcOrd="4" destOrd="0" presId="urn:microsoft.com/office/officeart/2018/2/layout/IconCircleList"/>
    <dgm:cxn modelId="{413EEB86-4630-4861-AAA1-794FAA3432C0}" type="presParOf" srcId="{7C6A2419-5C67-4F7E-9DC8-E6AE5E968C56}" destId="{6683EC2A-9546-4947-A1ED-6C1938201FD8}" srcOrd="0" destOrd="0" presId="urn:microsoft.com/office/officeart/2018/2/layout/IconCircleList"/>
    <dgm:cxn modelId="{A0E4F853-CCB7-4C73-8986-FDC89131AD86}" type="presParOf" srcId="{7C6A2419-5C67-4F7E-9DC8-E6AE5E968C56}" destId="{FFAE7443-94B5-41A1-B9E8-493E28B48E68}" srcOrd="1" destOrd="0" presId="urn:microsoft.com/office/officeart/2018/2/layout/IconCircleList"/>
    <dgm:cxn modelId="{2B0EF20E-22F4-4F82-94DE-5FF9ACE3AFBD}" type="presParOf" srcId="{7C6A2419-5C67-4F7E-9DC8-E6AE5E968C56}" destId="{6CF1B8B5-603F-4B81-B86F-FB6AB2D73619}" srcOrd="2" destOrd="0" presId="urn:microsoft.com/office/officeart/2018/2/layout/IconCircleList"/>
    <dgm:cxn modelId="{5644CD18-0F51-421D-BD56-8BE10A450C44}" type="presParOf" srcId="{7C6A2419-5C67-4F7E-9DC8-E6AE5E968C56}" destId="{20E7EEBC-9C45-4351-BE9F-47630DDE1B30}" srcOrd="3" destOrd="0" presId="urn:microsoft.com/office/officeart/2018/2/layout/IconCircleList"/>
    <dgm:cxn modelId="{25980ED8-3F21-474D-A75D-6BBA9A22FF72}" type="presParOf" srcId="{5E2F4D70-81EA-4E76-8966-0AB3B7081A7B}" destId="{802EB82F-73FE-492D-924E-211501D7257F}" srcOrd="5" destOrd="0" presId="urn:microsoft.com/office/officeart/2018/2/layout/IconCircleList"/>
    <dgm:cxn modelId="{DFE5274D-F215-489F-977F-BB1EAE7860EF}" type="presParOf" srcId="{5E2F4D70-81EA-4E76-8966-0AB3B7081A7B}" destId="{72EFE544-C2D9-4EC5-B80D-F944F9AC9EAB}" srcOrd="6" destOrd="0" presId="urn:microsoft.com/office/officeart/2018/2/layout/IconCircleList"/>
    <dgm:cxn modelId="{EC1E0B6B-8500-48A3-9936-27F0462754FB}" type="presParOf" srcId="{72EFE544-C2D9-4EC5-B80D-F944F9AC9EAB}" destId="{09F4A343-373C-43ED-AD32-25CC151F6C93}" srcOrd="0" destOrd="0" presId="urn:microsoft.com/office/officeart/2018/2/layout/IconCircleList"/>
    <dgm:cxn modelId="{A6B16262-FEDF-4BD6-82AE-E2C8B5C02527}" type="presParOf" srcId="{72EFE544-C2D9-4EC5-B80D-F944F9AC9EAB}" destId="{D1CC054E-C157-4F67-B0FB-3A0000DADFCC}" srcOrd="1" destOrd="0" presId="urn:microsoft.com/office/officeart/2018/2/layout/IconCircleList"/>
    <dgm:cxn modelId="{4DD40E88-63A9-4DEF-9513-1F5FC3774D8E}" type="presParOf" srcId="{72EFE544-C2D9-4EC5-B80D-F944F9AC9EAB}" destId="{AFFB7F40-D1D0-4C2E-948F-E50A39F87FA7}" srcOrd="2" destOrd="0" presId="urn:microsoft.com/office/officeart/2018/2/layout/IconCircleList"/>
    <dgm:cxn modelId="{1A96319E-137A-4355-8BD2-6D1DAD71889A}" type="presParOf" srcId="{72EFE544-C2D9-4EC5-B80D-F944F9AC9EAB}" destId="{AF9A22C3-5442-44B8-BAB3-7B874B3293C3}" srcOrd="3" destOrd="0" presId="urn:microsoft.com/office/officeart/2018/2/layout/IconCircleList"/>
    <dgm:cxn modelId="{6146F243-43C5-4703-8382-082DBFF4401C}" type="presParOf" srcId="{5E2F4D70-81EA-4E76-8966-0AB3B7081A7B}" destId="{32786B83-D749-4C37-95D9-A96B61EC6A29}" srcOrd="7" destOrd="0" presId="urn:microsoft.com/office/officeart/2018/2/layout/IconCircleList"/>
    <dgm:cxn modelId="{168C6103-7401-46FA-A6C1-C669F30E2277}" type="presParOf" srcId="{5E2F4D70-81EA-4E76-8966-0AB3B7081A7B}" destId="{2E5B78C9-F4E5-4C69-A741-10C29A3CA737}" srcOrd="8" destOrd="0" presId="urn:microsoft.com/office/officeart/2018/2/layout/IconCircleList"/>
    <dgm:cxn modelId="{BF639844-FD33-49B6-B5D6-240058032939}" type="presParOf" srcId="{2E5B78C9-F4E5-4C69-A741-10C29A3CA737}" destId="{4CC909C3-4598-4319-ABDF-B8C1AA1826C7}" srcOrd="0" destOrd="0" presId="urn:microsoft.com/office/officeart/2018/2/layout/IconCircleList"/>
    <dgm:cxn modelId="{F86353A2-3A52-4C30-9A7C-8EF293A4D0C8}" type="presParOf" srcId="{2E5B78C9-F4E5-4C69-A741-10C29A3CA737}" destId="{DF902FB3-7360-4828-AAFA-3A9CA236416F}" srcOrd="1" destOrd="0" presId="urn:microsoft.com/office/officeart/2018/2/layout/IconCircleList"/>
    <dgm:cxn modelId="{44E56A81-54B2-4D8F-B885-F9666A8B9BFF}" type="presParOf" srcId="{2E5B78C9-F4E5-4C69-A741-10C29A3CA737}" destId="{87B16DCC-ED1F-4128-965E-D483FD3D8932}" srcOrd="2" destOrd="0" presId="urn:microsoft.com/office/officeart/2018/2/layout/IconCircleList"/>
    <dgm:cxn modelId="{B3EBB45A-C509-43F8-919F-DAC85AB898D0}" type="presParOf" srcId="{2E5B78C9-F4E5-4C69-A741-10C29A3CA737}" destId="{2FEA4009-700A-4A20-9B8B-C4C938FF94ED}" srcOrd="3" destOrd="0" presId="urn:microsoft.com/office/officeart/2018/2/layout/IconCircleList"/>
    <dgm:cxn modelId="{EED40F88-ADD9-410C-B4DD-2BDF68C029BD}" type="presParOf" srcId="{5E2F4D70-81EA-4E76-8966-0AB3B7081A7B}" destId="{0FA6D9F6-E403-4AFE-A51B-CDFBBA20477B}" srcOrd="9" destOrd="0" presId="urn:microsoft.com/office/officeart/2018/2/layout/IconCircleList"/>
    <dgm:cxn modelId="{8A3BF6AE-3604-4EBE-9536-4D0595171ADB}" type="presParOf" srcId="{5E2F4D70-81EA-4E76-8966-0AB3B7081A7B}" destId="{B7E12EA9-950F-489D-8201-DBC6B25FE21C}" srcOrd="10" destOrd="0" presId="urn:microsoft.com/office/officeart/2018/2/layout/IconCircleList"/>
    <dgm:cxn modelId="{52F2D577-42BF-4FDF-8E8E-1C4DE0DD1224}" type="presParOf" srcId="{B7E12EA9-950F-489D-8201-DBC6B25FE21C}" destId="{F5DBC85F-0A9D-4976-B57B-440F8E2C899C}" srcOrd="0" destOrd="0" presId="urn:microsoft.com/office/officeart/2018/2/layout/IconCircleList"/>
    <dgm:cxn modelId="{1DA22AFB-229D-4F36-9759-A57ABA1E1937}" type="presParOf" srcId="{B7E12EA9-950F-489D-8201-DBC6B25FE21C}" destId="{46C58000-25BA-407B-BC9B-C1C3D25CB39A}" srcOrd="1" destOrd="0" presId="urn:microsoft.com/office/officeart/2018/2/layout/IconCircleList"/>
    <dgm:cxn modelId="{76698E2C-FBE2-483B-9545-ECB7376A778F}" type="presParOf" srcId="{B7E12EA9-950F-489D-8201-DBC6B25FE21C}" destId="{4C0B3931-D27D-41C3-98B1-074FFC580DB0}" srcOrd="2" destOrd="0" presId="urn:microsoft.com/office/officeart/2018/2/layout/IconCircleList"/>
    <dgm:cxn modelId="{FA5887AB-8790-4E8B-9433-B33FD11BA9D1}" type="presParOf" srcId="{B7E12EA9-950F-489D-8201-DBC6B25FE21C}" destId="{4F17A069-84E3-4705-8C29-A08561CC098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A24E0C7-D396-44F5-A897-8B3E2EC086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CB897CC7-E28E-44D4-B6B4-FBD4D22B041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1</a:t>
          </a:r>
          <a:r>
            <a:rPr lang="fr-FR" b="1" noProof="0" dirty="0"/>
            <a:t>. Particuliers et entreprises</a:t>
          </a:r>
          <a:r>
            <a:rPr lang="fr-FR" noProof="0" dirty="0"/>
            <a:t>:</a:t>
          </a:r>
        </a:p>
        <a:p>
          <a:pPr>
            <a:lnSpc>
              <a:spcPct val="100000"/>
            </a:lnSpc>
          </a:pPr>
          <a:r>
            <a:rPr lang="fr-FR" noProof="0" dirty="0"/>
            <a:t> Ménages, PME, commerçant, coiffeurs, banques </a:t>
          </a:r>
        </a:p>
      </dgm:t>
    </dgm:pt>
    <dgm:pt modelId="{6DE4A26C-4971-472D-B218-9C444EC91FA9}" type="parTrans" cxnId="{2C5DD03A-2B92-48F0-887C-FA4B2165CBD4}">
      <dgm:prSet/>
      <dgm:spPr/>
      <dgm:t>
        <a:bodyPr/>
        <a:lstStyle/>
        <a:p>
          <a:endParaRPr lang="en-US"/>
        </a:p>
      </dgm:t>
    </dgm:pt>
    <dgm:pt modelId="{E12E9DDD-0A76-4A68-8696-3795E0C1F13D}" type="sibTrans" cxnId="{2C5DD03A-2B92-48F0-887C-FA4B2165CBD4}">
      <dgm:prSet/>
      <dgm:spPr/>
      <dgm:t>
        <a:bodyPr/>
        <a:lstStyle/>
        <a:p>
          <a:endParaRPr lang="en-US"/>
        </a:p>
      </dgm:t>
    </dgm:pt>
    <dgm:pt modelId="{24F668D1-4947-4A03-8C96-3EB97D0F9E2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2</a:t>
          </a:r>
          <a:r>
            <a:rPr lang="fr-FR" b="1" noProof="0" dirty="0"/>
            <a:t>. Entreprises de collectes de déchets</a:t>
          </a:r>
        </a:p>
        <a:p>
          <a:pPr>
            <a:lnSpc>
              <a:spcPct val="100000"/>
            </a:lnSpc>
          </a:pPr>
          <a:r>
            <a:rPr lang="fr-FR" b="0" noProof="0" dirty="0"/>
            <a:t>ECOTISA, ECO-EBURNIE, Ivoire maintenance… </a:t>
          </a:r>
        </a:p>
      </dgm:t>
    </dgm:pt>
    <dgm:pt modelId="{E841CA7A-C0CD-4F43-BDB2-D84034D41398}" type="parTrans" cxnId="{444C9B68-3585-4955-B3C7-9B313AB51E14}">
      <dgm:prSet/>
      <dgm:spPr/>
      <dgm:t>
        <a:bodyPr/>
        <a:lstStyle/>
        <a:p>
          <a:endParaRPr lang="en-US"/>
        </a:p>
      </dgm:t>
    </dgm:pt>
    <dgm:pt modelId="{9EE6C9C5-EE5A-4753-B8CD-C81568F44D19}" type="sibTrans" cxnId="{444C9B68-3585-4955-B3C7-9B313AB51E14}">
      <dgm:prSet/>
      <dgm:spPr/>
      <dgm:t>
        <a:bodyPr/>
        <a:lstStyle/>
        <a:p>
          <a:endParaRPr lang="en-US"/>
        </a:p>
      </dgm:t>
    </dgm:pt>
    <dgm:pt modelId="{12540184-5436-4E3D-95DB-EA6EFCFAC32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3</a:t>
          </a:r>
          <a:r>
            <a:rPr lang="fr-FR" b="1" noProof="0" dirty="0"/>
            <a:t>. Mairie et collectivités</a:t>
          </a:r>
        </a:p>
        <a:p>
          <a:pPr>
            <a:lnSpc>
              <a:spcPct val="100000"/>
            </a:lnSpc>
          </a:pPr>
          <a:r>
            <a:rPr lang="fr-FR" b="0" noProof="0" dirty="0"/>
            <a:t>Mairie, conseils régionaux… </a:t>
          </a:r>
        </a:p>
      </dgm:t>
    </dgm:pt>
    <dgm:pt modelId="{C97A5718-453B-481C-BD30-7605EEE87B26}" type="parTrans" cxnId="{38BC9680-5CE0-466C-8250-4612A50B25AA}">
      <dgm:prSet/>
      <dgm:spPr/>
      <dgm:t>
        <a:bodyPr/>
        <a:lstStyle/>
        <a:p>
          <a:endParaRPr lang="en-US"/>
        </a:p>
      </dgm:t>
    </dgm:pt>
    <dgm:pt modelId="{30201A37-96B5-48AA-B3F8-AF3A3834BC08}" type="sibTrans" cxnId="{38BC9680-5CE0-466C-8250-4612A50B25AA}">
      <dgm:prSet/>
      <dgm:spPr/>
      <dgm:t>
        <a:bodyPr/>
        <a:lstStyle/>
        <a:p>
          <a:endParaRPr lang="en-US"/>
        </a:p>
      </dgm:t>
    </dgm:pt>
    <dgm:pt modelId="{76038CBC-A3B1-45A0-B43A-08A40AFF7F1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noProof="0" dirty="0"/>
            <a:t>4.Entreprises de Facility, HOTEL et école </a:t>
          </a:r>
        </a:p>
        <a:p>
          <a:pPr>
            <a:lnSpc>
              <a:spcPct val="100000"/>
            </a:lnSpc>
          </a:pPr>
          <a:r>
            <a:rPr lang="fr-FR" noProof="0" dirty="0"/>
            <a:t> IFM , challenges CI, GPFI, HSD, ALPHAMEAD, ONOMO HOTEL, NOOM HOTEL, SEEN HOTEL…</a:t>
          </a:r>
        </a:p>
      </dgm:t>
    </dgm:pt>
    <dgm:pt modelId="{BDC7C3FF-B12A-4868-AC45-76E65BA5F321}" type="parTrans" cxnId="{8336FA5C-9E1B-41FB-81AE-F8812AAC2767}">
      <dgm:prSet/>
      <dgm:spPr/>
      <dgm:t>
        <a:bodyPr/>
        <a:lstStyle/>
        <a:p>
          <a:endParaRPr lang="en-US"/>
        </a:p>
      </dgm:t>
    </dgm:pt>
    <dgm:pt modelId="{B8EF6020-CBFD-44C9-A2FA-F6CAEC8EE1B0}" type="sibTrans" cxnId="{8336FA5C-9E1B-41FB-81AE-F8812AAC2767}">
      <dgm:prSet/>
      <dgm:spPr/>
      <dgm:t>
        <a:bodyPr/>
        <a:lstStyle/>
        <a:p>
          <a:endParaRPr lang="en-US"/>
        </a:p>
      </dgm:t>
    </dgm:pt>
    <dgm:pt modelId="{60557095-DF52-4AA9-9873-197ED0221B08}" type="pres">
      <dgm:prSet presAssocID="{BA24E0C7-D396-44F5-A897-8B3E2EC08629}" presName="root" presStyleCnt="0">
        <dgm:presLayoutVars>
          <dgm:dir/>
          <dgm:resizeHandles val="exact"/>
        </dgm:presLayoutVars>
      </dgm:prSet>
      <dgm:spPr/>
    </dgm:pt>
    <dgm:pt modelId="{EFE43DD7-82E0-47E9-AECD-051AA261739B}" type="pres">
      <dgm:prSet presAssocID="{CB897CC7-E28E-44D4-B6B4-FBD4D22B041C}" presName="compNode" presStyleCnt="0"/>
      <dgm:spPr/>
    </dgm:pt>
    <dgm:pt modelId="{38D8E146-C26D-4966-B9BE-6B499736EE9C}" type="pres">
      <dgm:prSet presAssocID="{CB897CC7-E28E-44D4-B6B4-FBD4D22B04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asin avec un remplissage uni"/>
        </a:ext>
      </dgm:extLst>
    </dgm:pt>
    <dgm:pt modelId="{B8AC92A8-387F-4897-853E-EA9E48182D9D}" type="pres">
      <dgm:prSet presAssocID="{CB897CC7-E28E-44D4-B6B4-FBD4D22B041C}" presName="spaceRect" presStyleCnt="0"/>
      <dgm:spPr/>
    </dgm:pt>
    <dgm:pt modelId="{48122A01-F23D-46C2-83E3-B87C25ED886D}" type="pres">
      <dgm:prSet presAssocID="{CB897CC7-E28E-44D4-B6B4-FBD4D22B041C}" presName="textRect" presStyleLbl="revTx" presStyleIdx="0" presStyleCnt="4" custScaleX="230141">
        <dgm:presLayoutVars>
          <dgm:chMax val="1"/>
          <dgm:chPref val="1"/>
        </dgm:presLayoutVars>
      </dgm:prSet>
      <dgm:spPr/>
    </dgm:pt>
    <dgm:pt modelId="{C5A45E23-5675-41C1-9F97-362210176F73}" type="pres">
      <dgm:prSet presAssocID="{E12E9DDD-0A76-4A68-8696-3795E0C1F13D}" presName="sibTrans" presStyleCnt="0"/>
      <dgm:spPr/>
    </dgm:pt>
    <dgm:pt modelId="{A22A85E3-0F46-4478-B596-FEC9FBE39BCF}" type="pres">
      <dgm:prSet presAssocID="{24F668D1-4947-4A03-8C96-3EB97D0F9E20}" presName="compNode" presStyleCnt="0"/>
      <dgm:spPr/>
    </dgm:pt>
    <dgm:pt modelId="{60D798BE-7ABD-42EE-A892-B51831C1DE62}" type="pres">
      <dgm:prSet presAssocID="{24F668D1-4947-4A03-8C96-3EB97D0F9E20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ormatique hébergé avec un remplissage uni"/>
        </a:ext>
      </dgm:extLst>
    </dgm:pt>
    <dgm:pt modelId="{10BA84AF-9E62-487D-82D2-4C8845E5981E}" type="pres">
      <dgm:prSet presAssocID="{24F668D1-4947-4A03-8C96-3EB97D0F9E20}" presName="spaceRect" presStyleCnt="0"/>
      <dgm:spPr/>
    </dgm:pt>
    <dgm:pt modelId="{70AB3DFA-9399-4122-A673-06A0D9831EC2}" type="pres">
      <dgm:prSet presAssocID="{24F668D1-4947-4A03-8C96-3EB97D0F9E20}" presName="textRect" presStyleLbl="revTx" presStyleIdx="1" presStyleCnt="4" custScaleX="129038" custScaleY="74196">
        <dgm:presLayoutVars>
          <dgm:chMax val="1"/>
          <dgm:chPref val="1"/>
        </dgm:presLayoutVars>
      </dgm:prSet>
      <dgm:spPr/>
    </dgm:pt>
    <dgm:pt modelId="{13832984-C611-4E78-882F-63E4E7E793AD}" type="pres">
      <dgm:prSet presAssocID="{9EE6C9C5-EE5A-4753-B8CD-C81568F44D19}" presName="sibTrans" presStyleCnt="0"/>
      <dgm:spPr/>
    </dgm:pt>
    <dgm:pt modelId="{21BFB1D9-03D0-4C60-983F-DA0F3950386F}" type="pres">
      <dgm:prSet presAssocID="{12540184-5436-4E3D-95DB-EA6EFCFAC32E}" presName="compNode" presStyleCnt="0"/>
      <dgm:spPr/>
    </dgm:pt>
    <dgm:pt modelId="{D9E93A51-1B2F-407B-AEA3-FC762140BA31}" type="pres">
      <dgm:prSet presAssocID="{12540184-5436-4E3D-95DB-EA6EFCFAC3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ole avec un remplissage uni"/>
        </a:ext>
      </dgm:extLst>
    </dgm:pt>
    <dgm:pt modelId="{2F4CFED1-C374-4A72-B01F-BBE35196D2D0}" type="pres">
      <dgm:prSet presAssocID="{12540184-5436-4E3D-95DB-EA6EFCFAC32E}" presName="spaceRect" presStyleCnt="0"/>
      <dgm:spPr/>
    </dgm:pt>
    <dgm:pt modelId="{0A7BEF46-8AA1-40D3-A1E2-87C820CDE8DB}" type="pres">
      <dgm:prSet presAssocID="{12540184-5436-4E3D-95DB-EA6EFCFAC32E}" presName="textRect" presStyleLbl="revTx" presStyleIdx="2" presStyleCnt="4" custScaleX="124673">
        <dgm:presLayoutVars>
          <dgm:chMax val="1"/>
          <dgm:chPref val="1"/>
        </dgm:presLayoutVars>
      </dgm:prSet>
      <dgm:spPr/>
    </dgm:pt>
    <dgm:pt modelId="{1B7C5129-D29E-4319-851E-623372EDCF4E}" type="pres">
      <dgm:prSet presAssocID="{30201A37-96B5-48AA-B3F8-AF3A3834BC08}" presName="sibTrans" presStyleCnt="0"/>
      <dgm:spPr/>
    </dgm:pt>
    <dgm:pt modelId="{D3CE4C26-DBC9-4823-A5F1-3CB5792D2C23}" type="pres">
      <dgm:prSet presAssocID="{76038CBC-A3B1-45A0-B43A-08A40AFF7F1A}" presName="compNode" presStyleCnt="0"/>
      <dgm:spPr/>
    </dgm:pt>
    <dgm:pt modelId="{144D63C5-A62C-4352-9E78-6D5EEF6460FC}" type="pres">
      <dgm:prSet presAssocID="{76038CBC-A3B1-45A0-B43A-08A40AFF7F1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âtiment avec un remplissage uni"/>
        </a:ext>
      </dgm:extLst>
    </dgm:pt>
    <dgm:pt modelId="{AD84B1AC-1375-47F5-9499-1EC22993048F}" type="pres">
      <dgm:prSet presAssocID="{76038CBC-A3B1-45A0-B43A-08A40AFF7F1A}" presName="spaceRect" presStyleCnt="0"/>
      <dgm:spPr/>
    </dgm:pt>
    <dgm:pt modelId="{E3200155-293D-447B-8084-BF481F95149D}" type="pres">
      <dgm:prSet presAssocID="{76038CBC-A3B1-45A0-B43A-08A40AFF7F1A}" presName="textRect" presStyleLbl="revTx" presStyleIdx="3" presStyleCnt="4" custScaleX="150118">
        <dgm:presLayoutVars>
          <dgm:chMax val="1"/>
          <dgm:chPref val="1"/>
        </dgm:presLayoutVars>
      </dgm:prSet>
      <dgm:spPr/>
    </dgm:pt>
  </dgm:ptLst>
  <dgm:cxnLst>
    <dgm:cxn modelId="{B8DB711E-57EB-44FA-8329-D1127272CF95}" type="presOf" srcId="{12540184-5436-4E3D-95DB-EA6EFCFAC32E}" destId="{0A7BEF46-8AA1-40D3-A1E2-87C820CDE8DB}" srcOrd="0" destOrd="0" presId="urn:microsoft.com/office/officeart/2018/2/layout/IconLabelList"/>
    <dgm:cxn modelId="{2C5DD03A-2B92-48F0-887C-FA4B2165CBD4}" srcId="{BA24E0C7-D396-44F5-A897-8B3E2EC08629}" destId="{CB897CC7-E28E-44D4-B6B4-FBD4D22B041C}" srcOrd="0" destOrd="0" parTransId="{6DE4A26C-4971-472D-B218-9C444EC91FA9}" sibTransId="{E12E9DDD-0A76-4A68-8696-3795E0C1F13D}"/>
    <dgm:cxn modelId="{8336FA5C-9E1B-41FB-81AE-F8812AAC2767}" srcId="{BA24E0C7-D396-44F5-A897-8B3E2EC08629}" destId="{76038CBC-A3B1-45A0-B43A-08A40AFF7F1A}" srcOrd="3" destOrd="0" parTransId="{BDC7C3FF-B12A-4868-AC45-76E65BA5F321}" sibTransId="{B8EF6020-CBFD-44C9-A2FA-F6CAEC8EE1B0}"/>
    <dgm:cxn modelId="{444C9B68-3585-4955-B3C7-9B313AB51E14}" srcId="{BA24E0C7-D396-44F5-A897-8B3E2EC08629}" destId="{24F668D1-4947-4A03-8C96-3EB97D0F9E20}" srcOrd="1" destOrd="0" parTransId="{E841CA7A-C0CD-4F43-BDB2-D84034D41398}" sibTransId="{9EE6C9C5-EE5A-4753-B8CD-C81568F44D19}"/>
    <dgm:cxn modelId="{38BC9680-5CE0-466C-8250-4612A50B25AA}" srcId="{BA24E0C7-D396-44F5-A897-8B3E2EC08629}" destId="{12540184-5436-4E3D-95DB-EA6EFCFAC32E}" srcOrd="2" destOrd="0" parTransId="{C97A5718-453B-481C-BD30-7605EEE87B26}" sibTransId="{30201A37-96B5-48AA-B3F8-AF3A3834BC08}"/>
    <dgm:cxn modelId="{B324349D-77A5-4D40-BE02-547D50B24DD9}" type="presOf" srcId="{CB897CC7-E28E-44D4-B6B4-FBD4D22B041C}" destId="{48122A01-F23D-46C2-83E3-B87C25ED886D}" srcOrd="0" destOrd="0" presId="urn:microsoft.com/office/officeart/2018/2/layout/IconLabelList"/>
    <dgm:cxn modelId="{32E6F9A1-F7A1-493B-B07F-EE6D62031D09}" type="presOf" srcId="{76038CBC-A3B1-45A0-B43A-08A40AFF7F1A}" destId="{E3200155-293D-447B-8084-BF481F95149D}" srcOrd="0" destOrd="0" presId="urn:microsoft.com/office/officeart/2018/2/layout/IconLabelList"/>
    <dgm:cxn modelId="{9B6071B4-CA4F-4260-86D7-11B176CE5162}" type="presOf" srcId="{BA24E0C7-D396-44F5-A897-8B3E2EC08629}" destId="{60557095-DF52-4AA9-9873-197ED0221B08}" srcOrd="0" destOrd="0" presId="urn:microsoft.com/office/officeart/2018/2/layout/IconLabelList"/>
    <dgm:cxn modelId="{A82187DC-D150-4ACE-8246-FA61723FB39D}" type="presOf" srcId="{24F668D1-4947-4A03-8C96-3EB97D0F9E20}" destId="{70AB3DFA-9399-4122-A673-06A0D9831EC2}" srcOrd="0" destOrd="0" presId="urn:microsoft.com/office/officeart/2018/2/layout/IconLabelList"/>
    <dgm:cxn modelId="{4A6CCBBE-A6C6-4204-839B-85DEB06C3D28}" type="presParOf" srcId="{60557095-DF52-4AA9-9873-197ED0221B08}" destId="{EFE43DD7-82E0-47E9-AECD-051AA261739B}" srcOrd="0" destOrd="0" presId="urn:microsoft.com/office/officeart/2018/2/layout/IconLabelList"/>
    <dgm:cxn modelId="{50D48ED1-AE57-4D67-878A-EBE28B6A131A}" type="presParOf" srcId="{EFE43DD7-82E0-47E9-AECD-051AA261739B}" destId="{38D8E146-C26D-4966-B9BE-6B499736EE9C}" srcOrd="0" destOrd="0" presId="urn:microsoft.com/office/officeart/2018/2/layout/IconLabelList"/>
    <dgm:cxn modelId="{39156130-AB2D-473E-BDB8-7242F89D7A4E}" type="presParOf" srcId="{EFE43DD7-82E0-47E9-AECD-051AA261739B}" destId="{B8AC92A8-387F-4897-853E-EA9E48182D9D}" srcOrd="1" destOrd="0" presId="urn:microsoft.com/office/officeart/2018/2/layout/IconLabelList"/>
    <dgm:cxn modelId="{1EE2D90E-277B-4584-B815-130048FC7C1F}" type="presParOf" srcId="{EFE43DD7-82E0-47E9-AECD-051AA261739B}" destId="{48122A01-F23D-46C2-83E3-B87C25ED886D}" srcOrd="2" destOrd="0" presId="urn:microsoft.com/office/officeart/2018/2/layout/IconLabelList"/>
    <dgm:cxn modelId="{532A5352-E31C-452D-B93E-867E51D7B790}" type="presParOf" srcId="{60557095-DF52-4AA9-9873-197ED0221B08}" destId="{C5A45E23-5675-41C1-9F97-362210176F73}" srcOrd="1" destOrd="0" presId="urn:microsoft.com/office/officeart/2018/2/layout/IconLabelList"/>
    <dgm:cxn modelId="{CAC3E545-DA02-43CF-A549-D65C76C573D6}" type="presParOf" srcId="{60557095-DF52-4AA9-9873-197ED0221B08}" destId="{A22A85E3-0F46-4478-B596-FEC9FBE39BCF}" srcOrd="2" destOrd="0" presId="urn:microsoft.com/office/officeart/2018/2/layout/IconLabelList"/>
    <dgm:cxn modelId="{0CD14105-AEBA-4F1F-B76B-8526663B0125}" type="presParOf" srcId="{A22A85E3-0F46-4478-B596-FEC9FBE39BCF}" destId="{60D798BE-7ABD-42EE-A892-B51831C1DE62}" srcOrd="0" destOrd="0" presId="urn:microsoft.com/office/officeart/2018/2/layout/IconLabelList"/>
    <dgm:cxn modelId="{8D1BEBC3-71F3-4C4A-BE86-AF4BF9889F03}" type="presParOf" srcId="{A22A85E3-0F46-4478-B596-FEC9FBE39BCF}" destId="{10BA84AF-9E62-487D-82D2-4C8845E5981E}" srcOrd="1" destOrd="0" presId="urn:microsoft.com/office/officeart/2018/2/layout/IconLabelList"/>
    <dgm:cxn modelId="{F1C383CC-EF22-4B8E-885C-78BEFD83AB56}" type="presParOf" srcId="{A22A85E3-0F46-4478-B596-FEC9FBE39BCF}" destId="{70AB3DFA-9399-4122-A673-06A0D9831EC2}" srcOrd="2" destOrd="0" presId="urn:microsoft.com/office/officeart/2018/2/layout/IconLabelList"/>
    <dgm:cxn modelId="{0EC3A7E1-4E6F-45FA-82AB-2344DC4535B4}" type="presParOf" srcId="{60557095-DF52-4AA9-9873-197ED0221B08}" destId="{13832984-C611-4E78-882F-63E4E7E793AD}" srcOrd="3" destOrd="0" presId="urn:microsoft.com/office/officeart/2018/2/layout/IconLabelList"/>
    <dgm:cxn modelId="{E413BA3A-099E-4283-A8D0-F05DF5B2BBF2}" type="presParOf" srcId="{60557095-DF52-4AA9-9873-197ED0221B08}" destId="{21BFB1D9-03D0-4C60-983F-DA0F3950386F}" srcOrd="4" destOrd="0" presId="urn:microsoft.com/office/officeart/2018/2/layout/IconLabelList"/>
    <dgm:cxn modelId="{A742C7A0-C9C5-4533-B323-CEDA4C303F1A}" type="presParOf" srcId="{21BFB1D9-03D0-4C60-983F-DA0F3950386F}" destId="{D9E93A51-1B2F-407B-AEA3-FC762140BA31}" srcOrd="0" destOrd="0" presId="urn:microsoft.com/office/officeart/2018/2/layout/IconLabelList"/>
    <dgm:cxn modelId="{C54EDF02-34F4-471A-809C-29A0FED8ED97}" type="presParOf" srcId="{21BFB1D9-03D0-4C60-983F-DA0F3950386F}" destId="{2F4CFED1-C374-4A72-B01F-BBE35196D2D0}" srcOrd="1" destOrd="0" presId="urn:microsoft.com/office/officeart/2018/2/layout/IconLabelList"/>
    <dgm:cxn modelId="{C543E9AC-7DEA-4609-A1ED-EE3D34D9B068}" type="presParOf" srcId="{21BFB1D9-03D0-4C60-983F-DA0F3950386F}" destId="{0A7BEF46-8AA1-40D3-A1E2-87C820CDE8DB}" srcOrd="2" destOrd="0" presId="urn:microsoft.com/office/officeart/2018/2/layout/IconLabelList"/>
    <dgm:cxn modelId="{D1E88FD6-8C43-40E1-8E8A-9CF65E2A5002}" type="presParOf" srcId="{60557095-DF52-4AA9-9873-197ED0221B08}" destId="{1B7C5129-D29E-4319-851E-623372EDCF4E}" srcOrd="5" destOrd="0" presId="urn:microsoft.com/office/officeart/2018/2/layout/IconLabelList"/>
    <dgm:cxn modelId="{91304306-3A17-4930-AC00-9D1EE4D62310}" type="presParOf" srcId="{60557095-DF52-4AA9-9873-197ED0221B08}" destId="{D3CE4C26-DBC9-4823-A5F1-3CB5792D2C23}" srcOrd="6" destOrd="0" presId="urn:microsoft.com/office/officeart/2018/2/layout/IconLabelList"/>
    <dgm:cxn modelId="{82C5CACF-4982-4B39-B65B-8D1669BCB36A}" type="presParOf" srcId="{D3CE4C26-DBC9-4823-A5F1-3CB5792D2C23}" destId="{144D63C5-A62C-4352-9E78-6D5EEF6460FC}" srcOrd="0" destOrd="0" presId="urn:microsoft.com/office/officeart/2018/2/layout/IconLabelList"/>
    <dgm:cxn modelId="{9F5F916C-EAAE-482B-BCC9-B51AD7F3E361}" type="presParOf" srcId="{D3CE4C26-DBC9-4823-A5F1-3CB5792D2C23}" destId="{AD84B1AC-1375-47F5-9499-1EC22993048F}" srcOrd="1" destOrd="0" presId="urn:microsoft.com/office/officeart/2018/2/layout/IconLabelList"/>
    <dgm:cxn modelId="{63C6D490-AA50-4C55-8714-71C0A2D937A5}" type="presParOf" srcId="{D3CE4C26-DBC9-4823-A5F1-3CB5792D2C23}" destId="{E3200155-293D-447B-8084-BF481F9514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6E3C7B4-BFB9-401A-A936-361962593F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63093F3-6E1F-413E-B213-4551D29B618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noProof="0" dirty="0"/>
            <a:t>1.Coût de fabrication (</a:t>
          </a:r>
          <a:r>
            <a:rPr lang="fr-FR" b="0" noProof="0" dirty="0"/>
            <a:t>par 10</a:t>
          </a:r>
          <a:r>
            <a:rPr lang="fr-FR" b="1" noProof="0" dirty="0"/>
            <a:t>) : </a:t>
          </a:r>
        </a:p>
        <a:p>
          <a:pPr>
            <a:lnSpc>
              <a:spcPct val="100000"/>
            </a:lnSpc>
          </a:pPr>
          <a:r>
            <a:rPr lang="fr-FR" b="0" noProof="0" dirty="0"/>
            <a:t>Capteurs et composants électronique : </a:t>
          </a:r>
          <a:r>
            <a:rPr lang="fr-FR" b="1" noProof="0" dirty="0"/>
            <a:t>150.000 XOF</a:t>
          </a:r>
        </a:p>
        <a:p>
          <a:pPr>
            <a:lnSpc>
              <a:spcPct val="100000"/>
            </a:lnSpc>
          </a:pPr>
          <a:r>
            <a:rPr lang="fr-FR" noProof="0" dirty="0"/>
            <a:t>Fabrication et Assemblage :  </a:t>
          </a:r>
          <a:r>
            <a:rPr lang="fr-FR" b="1" noProof="0" dirty="0"/>
            <a:t>150.000 XOF</a:t>
          </a:r>
        </a:p>
        <a:p>
          <a:pPr>
            <a:lnSpc>
              <a:spcPct val="100000"/>
            </a:lnSpc>
          </a:pPr>
          <a:r>
            <a:rPr lang="fr-FR" noProof="0" dirty="0"/>
            <a:t>Alimentation + module Sons + carte SIM : </a:t>
          </a:r>
          <a:r>
            <a:rPr lang="fr-FR" b="1" noProof="0" dirty="0"/>
            <a:t>100.000 XOF</a:t>
          </a:r>
        </a:p>
      </dgm:t>
    </dgm:pt>
    <dgm:pt modelId="{F4B115E3-668F-4A79-8524-A82186C8DFBD}" type="parTrans" cxnId="{F259694B-DF97-4DA8-BA95-1238CB046ACC}">
      <dgm:prSet/>
      <dgm:spPr/>
      <dgm:t>
        <a:bodyPr/>
        <a:lstStyle/>
        <a:p>
          <a:endParaRPr lang="en-US"/>
        </a:p>
      </dgm:t>
    </dgm:pt>
    <dgm:pt modelId="{32E541C7-883B-4E7C-AA40-3F29416ABBCE}" type="sibTrans" cxnId="{F259694B-DF97-4DA8-BA95-1238CB046ACC}">
      <dgm:prSet/>
      <dgm:spPr/>
      <dgm:t>
        <a:bodyPr/>
        <a:lstStyle/>
        <a:p>
          <a:endParaRPr lang="en-US"/>
        </a:p>
      </dgm:t>
    </dgm:pt>
    <dgm:pt modelId="{C24059B3-26EC-4893-9F0A-AE9435402C9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noProof="0" dirty="0"/>
            <a:t>2. Marketing + Maintenance + Distribution : </a:t>
          </a:r>
          <a:endParaRPr lang="fr-FR" noProof="0" dirty="0"/>
        </a:p>
        <a:p>
          <a:pPr>
            <a:lnSpc>
              <a:spcPct val="100000"/>
            </a:lnSpc>
          </a:pPr>
          <a:r>
            <a:rPr lang="fr-FR" noProof="0" dirty="0"/>
            <a:t>Distribution : </a:t>
          </a:r>
          <a:r>
            <a:rPr lang="fr-FR" b="1" noProof="0" dirty="0"/>
            <a:t>150000 XOF </a:t>
          </a:r>
          <a:r>
            <a:rPr lang="fr-FR" noProof="0" dirty="0"/>
            <a:t>export et local </a:t>
          </a:r>
        </a:p>
        <a:p>
          <a:pPr>
            <a:lnSpc>
              <a:spcPct val="100000"/>
            </a:lnSpc>
          </a:pPr>
          <a:r>
            <a:rPr lang="fr-FR" noProof="0" dirty="0"/>
            <a:t>Maintenance : </a:t>
          </a:r>
          <a:r>
            <a:rPr lang="fr-FR" b="1" noProof="0" dirty="0"/>
            <a:t>5% cout annuel des ventes</a:t>
          </a:r>
        </a:p>
        <a:p>
          <a:pPr>
            <a:lnSpc>
              <a:spcPct val="100000"/>
            </a:lnSpc>
          </a:pPr>
          <a:r>
            <a:rPr lang="fr-FR" b="0" noProof="0" dirty="0"/>
            <a:t>Campagne de sensibilisation et marketing : </a:t>
          </a:r>
          <a:r>
            <a:rPr lang="fr-FR" b="1" noProof="0" dirty="0"/>
            <a:t>500.000 XOF</a:t>
          </a:r>
        </a:p>
      </dgm:t>
    </dgm:pt>
    <dgm:pt modelId="{B2E4DA07-7259-420E-B2AE-44E1BB4A98C6}" type="parTrans" cxnId="{F6512BB9-AE16-4E77-8404-3C31C296C9A0}">
      <dgm:prSet/>
      <dgm:spPr/>
      <dgm:t>
        <a:bodyPr/>
        <a:lstStyle/>
        <a:p>
          <a:endParaRPr lang="en-US"/>
        </a:p>
      </dgm:t>
    </dgm:pt>
    <dgm:pt modelId="{86E7B7F4-CCC8-4E51-AA33-CE0F0AC1405C}" type="sibTrans" cxnId="{F6512BB9-AE16-4E77-8404-3C31C296C9A0}">
      <dgm:prSet/>
      <dgm:spPr/>
      <dgm:t>
        <a:bodyPr/>
        <a:lstStyle/>
        <a:p>
          <a:endParaRPr lang="en-US"/>
        </a:p>
      </dgm:t>
    </dgm:pt>
    <dgm:pt modelId="{478CA815-4AF2-422E-9310-701FBF0E2C3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noProof="0" dirty="0"/>
            <a:t>3. Autre coût : </a:t>
          </a:r>
        </a:p>
        <a:p>
          <a:pPr>
            <a:lnSpc>
              <a:spcPct val="100000"/>
            </a:lnSpc>
          </a:pPr>
          <a:r>
            <a:rPr lang="fr-FR" b="0" noProof="0" dirty="0"/>
            <a:t>Salaire équipe et charge fixe : (équipe 5 personnes) : 10 à 20 millions F CFA/an</a:t>
          </a:r>
        </a:p>
        <a:p>
          <a:pPr>
            <a:lnSpc>
              <a:spcPct val="100000"/>
            </a:lnSpc>
          </a:pPr>
          <a:r>
            <a:rPr lang="fr-FR" b="0" noProof="0" dirty="0"/>
            <a:t>Recherche et développement : 2 à 4 millions/an</a:t>
          </a:r>
        </a:p>
      </dgm:t>
    </dgm:pt>
    <dgm:pt modelId="{7CA320DC-0F1A-4978-B341-3DFF3578FECE}" type="parTrans" cxnId="{7C3D1A25-3478-4DDA-9580-B889124132EA}">
      <dgm:prSet/>
      <dgm:spPr/>
      <dgm:t>
        <a:bodyPr/>
        <a:lstStyle/>
        <a:p>
          <a:endParaRPr lang="en-US"/>
        </a:p>
      </dgm:t>
    </dgm:pt>
    <dgm:pt modelId="{65196146-CBB3-4898-B461-12059F6D6490}" type="sibTrans" cxnId="{7C3D1A25-3478-4DDA-9580-B889124132EA}">
      <dgm:prSet/>
      <dgm:spPr/>
      <dgm:t>
        <a:bodyPr/>
        <a:lstStyle/>
        <a:p>
          <a:endParaRPr lang="en-US"/>
        </a:p>
      </dgm:t>
    </dgm:pt>
    <dgm:pt modelId="{B7CF28E8-ABBF-4D7C-84E5-C98710930D2B}" type="pres">
      <dgm:prSet presAssocID="{76E3C7B4-BFB9-401A-A936-361962593F13}" presName="root" presStyleCnt="0">
        <dgm:presLayoutVars>
          <dgm:dir/>
          <dgm:resizeHandles val="exact"/>
        </dgm:presLayoutVars>
      </dgm:prSet>
      <dgm:spPr/>
    </dgm:pt>
    <dgm:pt modelId="{832570BC-F7B5-49F6-99FD-8CE371D793B8}" type="pres">
      <dgm:prSet presAssocID="{B63093F3-6E1F-413E-B213-4551D29B6184}" presName="compNode" presStyleCnt="0"/>
      <dgm:spPr/>
    </dgm:pt>
    <dgm:pt modelId="{61AD7C4A-5A51-4C21-A39D-359B9D3A5847}" type="pres">
      <dgm:prSet presAssocID="{B63093F3-6E1F-413E-B213-4551D29B6184}" presName="bgRect" presStyleLbl="bgShp" presStyleIdx="0" presStyleCnt="3" custLinFactNeighborY="-2775"/>
      <dgm:spPr/>
    </dgm:pt>
    <dgm:pt modelId="{B41D8A4F-145F-47EF-826C-188144283390}" type="pres">
      <dgm:prSet presAssocID="{B63093F3-6E1F-413E-B213-4551D29B61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8D5064E9-40CA-4AA7-8593-28B6A38E6947}" type="pres">
      <dgm:prSet presAssocID="{B63093F3-6E1F-413E-B213-4551D29B6184}" presName="spaceRect" presStyleCnt="0"/>
      <dgm:spPr/>
    </dgm:pt>
    <dgm:pt modelId="{FBD33FB9-623F-4A8F-A8B2-71412144A35C}" type="pres">
      <dgm:prSet presAssocID="{B63093F3-6E1F-413E-B213-4551D29B6184}" presName="parTx" presStyleLbl="revTx" presStyleIdx="0" presStyleCnt="3">
        <dgm:presLayoutVars>
          <dgm:chMax val="0"/>
          <dgm:chPref val="0"/>
        </dgm:presLayoutVars>
      </dgm:prSet>
      <dgm:spPr/>
    </dgm:pt>
    <dgm:pt modelId="{A0DED011-4736-4141-9857-F1F7A6E53E31}" type="pres">
      <dgm:prSet presAssocID="{32E541C7-883B-4E7C-AA40-3F29416ABBCE}" presName="sibTrans" presStyleCnt="0"/>
      <dgm:spPr/>
    </dgm:pt>
    <dgm:pt modelId="{CC57D9E3-CDAF-440B-91B0-24920A5F9F5B}" type="pres">
      <dgm:prSet presAssocID="{C24059B3-26EC-4893-9F0A-AE9435402C95}" presName="compNode" presStyleCnt="0"/>
      <dgm:spPr/>
    </dgm:pt>
    <dgm:pt modelId="{26F184D2-E9D6-443C-864D-0751B278F292}" type="pres">
      <dgm:prSet presAssocID="{C24059B3-26EC-4893-9F0A-AE9435402C95}" presName="bgRect" presStyleLbl="bgShp" presStyleIdx="1" presStyleCnt="3" custLinFactNeighborY="-24"/>
      <dgm:spPr/>
    </dgm:pt>
    <dgm:pt modelId="{4B0C2999-5E89-49ED-886F-E2F374396DC4}" type="pres">
      <dgm:prSet presAssocID="{C24059B3-26EC-4893-9F0A-AE9435402C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"/>
        </a:ext>
      </dgm:extLst>
    </dgm:pt>
    <dgm:pt modelId="{36B843CE-F89F-4A58-97C8-B4360B1DF597}" type="pres">
      <dgm:prSet presAssocID="{C24059B3-26EC-4893-9F0A-AE9435402C95}" presName="spaceRect" presStyleCnt="0"/>
      <dgm:spPr/>
    </dgm:pt>
    <dgm:pt modelId="{ABAD53F3-1BC3-460A-8ABC-61CCDFA43746}" type="pres">
      <dgm:prSet presAssocID="{C24059B3-26EC-4893-9F0A-AE9435402C95}" presName="parTx" presStyleLbl="revTx" presStyleIdx="1" presStyleCnt="3">
        <dgm:presLayoutVars>
          <dgm:chMax val="0"/>
          <dgm:chPref val="0"/>
        </dgm:presLayoutVars>
      </dgm:prSet>
      <dgm:spPr/>
    </dgm:pt>
    <dgm:pt modelId="{EC9461C0-7DDF-455E-B91A-C8DB697507EA}" type="pres">
      <dgm:prSet presAssocID="{86E7B7F4-CCC8-4E51-AA33-CE0F0AC1405C}" presName="sibTrans" presStyleCnt="0"/>
      <dgm:spPr/>
    </dgm:pt>
    <dgm:pt modelId="{95C7407D-BAAE-48E8-BD58-D600BF4C1FC8}" type="pres">
      <dgm:prSet presAssocID="{478CA815-4AF2-422E-9310-701FBF0E2C3C}" presName="compNode" presStyleCnt="0"/>
      <dgm:spPr/>
    </dgm:pt>
    <dgm:pt modelId="{6074CE26-6214-47C2-9C1E-4E92CC084273}" type="pres">
      <dgm:prSet presAssocID="{478CA815-4AF2-422E-9310-701FBF0E2C3C}" presName="bgRect" presStyleLbl="bgShp" presStyleIdx="2" presStyleCnt="3"/>
      <dgm:spPr/>
    </dgm:pt>
    <dgm:pt modelId="{F7040E54-628A-4C7D-9996-846C44860CD1}" type="pres">
      <dgm:prSet presAssocID="{478CA815-4AF2-422E-9310-701FBF0E2C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"/>
        </a:ext>
      </dgm:extLst>
    </dgm:pt>
    <dgm:pt modelId="{D253DB7E-E224-41B2-845E-E7D45E8990A9}" type="pres">
      <dgm:prSet presAssocID="{478CA815-4AF2-422E-9310-701FBF0E2C3C}" presName="spaceRect" presStyleCnt="0"/>
      <dgm:spPr/>
    </dgm:pt>
    <dgm:pt modelId="{37E73FFB-DAE4-400C-8A33-EE64941DDEBF}" type="pres">
      <dgm:prSet presAssocID="{478CA815-4AF2-422E-9310-701FBF0E2C3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A612F22-17FB-458B-A66B-629741CD0FB2}" type="presOf" srcId="{76E3C7B4-BFB9-401A-A936-361962593F13}" destId="{B7CF28E8-ABBF-4D7C-84E5-C98710930D2B}" srcOrd="0" destOrd="0" presId="urn:microsoft.com/office/officeart/2018/2/layout/IconVerticalSolidList"/>
    <dgm:cxn modelId="{7C3D1A25-3478-4DDA-9580-B889124132EA}" srcId="{76E3C7B4-BFB9-401A-A936-361962593F13}" destId="{478CA815-4AF2-422E-9310-701FBF0E2C3C}" srcOrd="2" destOrd="0" parTransId="{7CA320DC-0F1A-4978-B341-3DFF3578FECE}" sibTransId="{65196146-CBB3-4898-B461-12059F6D6490}"/>
    <dgm:cxn modelId="{C089443E-3AC7-422B-9C27-71E2992DB464}" type="presOf" srcId="{B63093F3-6E1F-413E-B213-4551D29B6184}" destId="{FBD33FB9-623F-4A8F-A8B2-71412144A35C}" srcOrd="0" destOrd="0" presId="urn:microsoft.com/office/officeart/2018/2/layout/IconVerticalSolidList"/>
    <dgm:cxn modelId="{F259694B-DF97-4DA8-BA95-1238CB046ACC}" srcId="{76E3C7B4-BFB9-401A-A936-361962593F13}" destId="{B63093F3-6E1F-413E-B213-4551D29B6184}" srcOrd="0" destOrd="0" parTransId="{F4B115E3-668F-4A79-8524-A82186C8DFBD}" sibTransId="{32E541C7-883B-4E7C-AA40-3F29416ABBCE}"/>
    <dgm:cxn modelId="{D9668D90-329B-4565-A614-DE0016895685}" type="presOf" srcId="{C24059B3-26EC-4893-9F0A-AE9435402C95}" destId="{ABAD53F3-1BC3-460A-8ABC-61CCDFA43746}" srcOrd="0" destOrd="0" presId="urn:microsoft.com/office/officeart/2018/2/layout/IconVerticalSolidList"/>
    <dgm:cxn modelId="{FD5231AB-D106-4410-AE01-172FA4F45480}" type="presOf" srcId="{478CA815-4AF2-422E-9310-701FBF0E2C3C}" destId="{37E73FFB-DAE4-400C-8A33-EE64941DDEBF}" srcOrd="0" destOrd="0" presId="urn:microsoft.com/office/officeart/2018/2/layout/IconVerticalSolidList"/>
    <dgm:cxn modelId="{F6512BB9-AE16-4E77-8404-3C31C296C9A0}" srcId="{76E3C7B4-BFB9-401A-A936-361962593F13}" destId="{C24059B3-26EC-4893-9F0A-AE9435402C95}" srcOrd="1" destOrd="0" parTransId="{B2E4DA07-7259-420E-B2AE-44E1BB4A98C6}" sibTransId="{86E7B7F4-CCC8-4E51-AA33-CE0F0AC1405C}"/>
    <dgm:cxn modelId="{5A01128A-C8CE-45FC-B426-07947EAD29B7}" type="presParOf" srcId="{B7CF28E8-ABBF-4D7C-84E5-C98710930D2B}" destId="{832570BC-F7B5-49F6-99FD-8CE371D793B8}" srcOrd="0" destOrd="0" presId="urn:microsoft.com/office/officeart/2018/2/layout/IconVerticalSolidList"/>
    <dgm:cxn modelId="{0BC46A75-CBF7-48DC-8312-B63C1A9DDC8E}" type="presParOf" srcId="{832570BC-F7B5-49F6-99FD-8CE371D793B8}" destId="{61AD7C4A-5A51-4C21-A39D-359B9D3A5847}" srcOrd="0" destOrd="0" presId="urn:microsoft.com/office/officeart/2018/2/layout/IconVerticalSolidList"/>
    <dgm:cxn modelId="{907E5EA0-E9A7-4CB6-9BD6-A7A6DBD0E2BF}" type="presParOf" srcId="{832570BC-F7B5-49F6-99FD-8CE371D793B8}" destId="{B41D8A4F-145F-47EF-826C-188144283390}" srcOrd="1" destOrd="0" presId="urn:microsoft.com/office/officeart/2018/2/layout/IconVerticalSolidList"/>
    <dgm:cxn modelId="{9BBE5E63-4C04-4F3F-A7E5-3324687E7877}" type="presParOf" srcId="{832570BC-F7B5-49F6-99FD-8CE371D793B8}" destId="{8D5064E9-40CA-4AA7-8593-28B6A38E6947}" srcOrd="2" destOrd="0" presId="urn:microsoft.com/office/officeart/2018/2/layout/IconVerticalSolidList"/>
    <dgm:cxn modelId="{D81B6C68-163A-4B01-976A-990AE4A08D26}" type="presParOf" srcId="{832570BC-F7B5-49F6-99FD-8CE371D793B8}" destId="{FBD33FB9-623F-4A8F-A8B2-71412144A35C}" srcOrd="3" destOrd="0" presId="urn:microsoft.com/office/officeart/2018/2/layout/IconVerticalSolidList"/>
    <dgm:cxn modelId="{255C26D4-083C-4DCF-B6F0-AEA61863990C}" type="presParOf" srcId="{B7CF28E8-ABBF-4D7C-84E5-C98710930D2B}" destId="{A0DED011-4736-4141-9857-F1F7A6E53E31}" srcOrd="1" destOrd="0" presId="urn:microsoft.com/office/officeart/2018/2/layout/IconVerticalSolidList"/>
    <dgm:cxn modelId="{0BDC4600-2A26-4C7D-8519-803DBCA0ACB4}" type="presParOf" srcId="{B7CF28E8-ABBF-4D7C-84E5-C98710930D2B}" destId="{CC57D9E3-CDAF-440B-91B0-24920A5F9F5B}" srcOrd="2" destOrd="0" presId="urn:microsoft.com/office/officeart/2018/2/layout/IconVerticalSolidList"/>
    <dgm:cxn modelId="{032C6227-433D-4455-807A-8A8A3B2E9E6D}" type="presParOf" srcId="{CC57D9E3-CDAF-440B-91B0-24920A5F9F5B}" destId="{26F184D2-E9D6-443C-864D-0751B278F292}" srcOrd="0" destOrd="0" presId="urn:microsoft.com/office/officeart/2018/2/layout/IconVerticalSolidList"/>
    <dgm:cxn modelId="{BF2BB8F3-9D2F-4FAA-9AA3-53672EAC421F}" type="presParOf" srcId="{CC57D9E3-CDAF-440B-91B0-24920A5F9F5B}" destId="{4B0C2999-5E89-49ED-886F-E2F374396DC4}" srcOrd="1" destOrd="0" presId="urn:microsoft.com/office/officeart/2018/2/layout/IconVerticalSolidList"/>
    <dgm:cxn modelId="{49B7464C-0898-42BC-AC5F-171483C8E831}" type="presParOf" srcId="{CC57D9E3-CDAF-440B-91B0-24920A5F9F5B}" destId="{36B843CE-F89F-4A58-97C8-B4360B1DF597}" srcOrd="2" destOrd="0" presId="urn:microsoft.com/office/officeart/2018/2/layout/IconVerticalSolidList"/>
    <dgm:cxn modelId="{CAB595A3-6479-4F47-99B0-A98DD1FF58B7}" type="presParOf" srcId="{CC57D9E3-CDAF-440B-91B0-24920A5F9F5B}" destId="{ABAD53F3-1BC3-460A-8ABC-61CCDFA43746}" srcOrd="3" destOrd="0" presId="urn:microsoft.com/office/officeart/2018/2/layout/IconVerticalSolidList"/>
    <dgm:cxn modelId="{1762E1A4-CEC0-4924-9FAA-7B8B571C10BB}" type="presParOf" srcId="{B7CF28E8-ABBF-4D7C-84E5-C98710930D2B}" destId="{EC9461C0-7DDF-455E-B91A-C8DB697507EA}" srcOrd="3" destOrd="0" presId="urn:microsoft.com/office/officeart/2018/2/layout/IconVerticalSolidList"/>
    <dgm:cxn modelId="{68A03A0C-3DB4-40C2-A037-5D58A18EB9D7}" type="presParOf" srcId="{B7CF28E8-ABBF-4D7C-84E5-C98710930D2B}" destId="{95C7407D-BAAE-48E8-BD58-D600BF4C1FC8}" srcOrd="4" destOrd="0" presId="urn:microsoft.com/office/officeart/2018/2/layout/IconVerticalSolidList"/>
    <dgm:cxn modelId="{16FA239A-DA3B-4306-801F-4F0A9F6DBCEE}" type="presParOf" srcId="{95C7407D-BAAE-48E8-BD58-D600BF4C1FC8}" destId="{6074CE26-6214-47C2-9C1E-4E92CC084273}" srcOrd="0" destOrd="0" presId="urn:microsoft.com/office/officeart/2018/2/layout/IconVerticalSolidList"/>
    <dgm:cxn modelId="{6F3B2F92-4E53-495B-A223-8FE9690A4D3E}" type="presParOf" srcId="{95C7407D-BAAE-48E8-BD58-D600BF4C1FC8}" destId="{F7040E54-628A-4C7D-9996-846C44860CD1}" srcOrd="1" destOrd="0" presId="urn:microsoft.com/office/officeart/2018/2/layout/IconVerticalSolidList"/>
    <dgm:cxn modelId="{8132B221-3600-46D2-AA14-D5DBDFB482C0}" type="presParOf" srcId="{95C7407D-BAAE-48E8-BD58-D600BF4C1FC8}" destId="{D253DB7E-E224-41B2-845E-E7D45E8990A9}" srcOrd="2" destOrd="0" presId="urn:microsoft.com/office/officeart/2018/2/layout/IconVerticalSolidList"/>
    <dgm:cxn modelId="{3F9AEC89-90DA-438D-9A82-9FB427F6890E}" type="presParOf" srcId="{95C7407D-BAAE-48E8-BD58-D600BF4C1FC8}" destId="{37E73FFB-DAE4-400C-8A33-EE64941DDE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6E3C7B4-BFB9-401A-A936-361962593F13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63093F3-6E1F-413E-B213-4551D29B6184}">
      <dgm:prSet/>
      <dgm:spPr/>
      <dgm:t>
        <a:bodyPr/>
        <a:lstStyle/>
        <a:p>
          <a:r>
            <a:rPr lang="fr-FR" b="1" noProof="0"/>
            <a:t>1. Vente directe des unités : </a:t>
          </a:r>
        </a:p>
        <a:p>
          <a:r>
            <a:rPr lang="fr-FR" noProof="0"/>
            <a:t>Prix de vente estimée en fonction du modèle capacité et fonctionnalités</a:t>
          </a:r>
          <a:endParaRPr lang="fr-FR" b="1" noProof="0"/>
        </a:p>
      </dgm:t>
    </dgm:pt>
    <dgm:pt modelId="{F4B115E3-668F-4A79-8524-A82186C8DFBD}" type="parTrans" cxnId="{F259694B-DF97-4DA8-BA95-1238CB046ACC}">
      <dgm:prSet/>
      <dgm:spPr/>
      <dgm:t>
        <a:bodyPr/>
        <a:lstStyle/>
        <a:p>
          <a:endParaRPr lang="en-US"/>
        </a:p>
      </dgm:t>
    </dgm:pt>
    <dgm:pt modelId="{32E541C7-883B-4E7C-AA40-3F29416ABBCE}" type="sibTrans" cxnId="{F259694B-DF97-4DA8-BA95-1238CB046ACC}">
      <dgm:prSet/>
      <dgm:spPr/>
      <dgm:t>
        <a:bodyPr/>
        <a:lstStyle/>
        <a:p>
          <a:endParaRPr lang="en-US"/>
        </a:p>
      </dgm:t>
    </dgm:pt>
    <dgm:pt modelId="{C24059B3-26EC-4893-9F0A-AE9435402C95}">
      <dgm:prSet/>
      <dgm:spPr/>
      <dgm:t>
        <a:bodyPr/>
        <a:lstStyle/>
        <a:p>
          <a:r>
            <a:rPr lang="fr-FR" b="1" noProof="0"/>
            <a:t>2. Services associés : </a:t>
          </a:r>
          <a:endParaRPr lang="fr-FR" noProof="0"/>
        </a:p>
        <a:p>
          <a:r>
            <a:rPr lang="fr-FR" noProof="0"/>
            <a:t>Commission sur vente de plastique vendus par les particuliers</a:t>
          </a:r>
        </a:p>
        <a:p>
          <a:r>
            <a:rPr lang="fr-FR" b="0" noProof="0"/>
            <a:t>Contrats de maintenance périodique : </a:t>
          </a:r>
          <a:r>
            <a:rPr lang="fr-FR" b="1" noProof="0"/>
            <a:t>15000 XOF à 25.000 XOF par unité</a:t>
          </a:r>
        </a:p>
        <a:p>
          <a:r>
            <a:rPr lang="fr-FR" b="0" noProof="0"/>
            <a:t>Conseils et consultance auprès des entreprises sur le gestion des déchets</a:t>
          </a:r>
          <a:endParaRPr lang="fr-FR" b="1" noProof="0"/>
        </a:p>
      </dgm:t>
    </dgm:pt>
    <dgm:pt modelId="{B2E4DA07-7259-420E-B2AE-44E1BB4A98C6}" type="parTrans" cxnId="{F6512BB9-AE16-4E77-8404-3C31C296C9A0}">
      <dgm:prSet/>
      <dgm:spPr/>
      <dgm:t>
        <a:bodyPr/>
        <a:lstStyle/>
        <a:p>
          <a:endParaRPr lang="en-US"/>
        </a:p>
      </dgm:t>
    </dgm:pt>
    <dgm:pt modelId="{86E7B7F4-CCC8-4E51-AA33-CE0F0AC1405C}" type="sibTrans" cxnId="{F6512BB9-AE16-4E77-8404-3C31C296C9A0}">
      <dgm:prSet/>
      <dgm:spPr/>
      <dgm:t>
        <a:bodyPr/>
        <a:lstStyle/>
        <a:p>
          <a:endParaRPr lang="en-US"/>
        </a:p>
      </dgm:t>
    </dgm:pt>
    <dgm:pt modelId="{478CA815-4AF2-422E-9310-701FBF0E2C3C}">
      <dgm:prSet custT="1"/>
      <dgm:spPr/>
      <dgm:t>
        <a:bodyPr/>
        <a:lstStyle/>
        <a:p>
          <a:r>
            <a:rPr lang="fr-FR" sz="1200" b="1" noProof="0" dirty="0"/>
            <a:t>3. Partenariats et subventions: </a:t>
          </a:r>
        </a:p>
        <a:p>
          <a:r>
            <a:rPr lang="fr-FR" sz="1200" b="0" noProof="0" dirty="0"/>
            <a:t>Collaboration avec les municipalités pour équiper les rues (achat en lots).
Subventions </a:t>
          </a:r>
          <a:r>
            <a:rPr lang="fr-FR" sz="1400" b="0" noProof="0" dirty="0"/>
            <a:t>écologiques</a:t>
          </a:r>
          <a:r>
            <a:rPr lang="fr-FR" sz="1200" b="0" noProof="0" dirty="0"/>
            <a:t> ou concours d'innovation pour financer des campagnes de production.</a:t>
          </a:r>
        </a:p>
      </dgm:t>
    </dgm:pt>
    <dgm:pt modelId="{7CA320DC-0F1A-4978-B341-3DFF3578FECE}" type="parTrans" cxnId="{7C3D1A25-3478-4DDA-9580-B889124132EA}">
      <dgm:prSet/>
      <dgm:spPr/>
      <dgm:t>
        <a:bodyPr/>
        <a:lstStyle/>
        <a:p>
          <a:endParaRPr lang="en-US"/>
        </a:p>
      </dgm:t>
    </dgm:pt>
    <dgm:pt modelId="{65196146-CBB3-4898-B461-12059F6D6490}" type="sibTrans" cxnId="{7C3D1A25-3478-4DDA-9580-B889124132EA}">
      <dgm:prSet/>
      <dgm:spPr/>
      <dgm:t>
        <a:bodyPr/>
        <a:lstStyle/>
        <a:p>
          <a:endParaRPr lang="en-US"/>
        </a:p>
      </dgm:t>
    </dgm:pt>
    <dgm:pt modelId="{71125A06-9747-471B-98CC-A9B4DF15FC73}" type="pres">
      <dgm:prSet presAssocID="{76E3C7B4-BFB9-401A-A936-361962593F13}" presName="Name0" presStyleCnt="0">
        <dgm:presLayoutVars>
          <dgm:dir/>
          <dgm:resizeHandles val="exact"/>
        </dgm:presLayoutVars>
      </dgm:prSet>
      <dgm:spPr/>
    </dgm:pt>
    <dgm:pt modelId="{F9AB074E-86EA-43C2-8CBD-C0D28E4FAA72}" type="pres">
      <dgm:prSet presAssocID="{B63093F3-6E1F-413E-B213-4551D29B6184}" presName="node" presStyleLbl="node1" presStyleIdx="0" presStyleCnt="3">
        <dgm:presLayoutVars>
          <dgm:bulletEnabled val="1"/>
        </dgm:presLayoutVars>
      </dgm:prSet>
      <dgm:spPr/>
    </dgm:pt>
    <dgm:pt modelId="{ACA09D22-D717-416C-93CD-51E0CBF47E5B}" type="pres">
      <dgm:prSet presAssocID="{32E541C7-883B-4E7C-AA40-3F29416ABBCE}" presName="sibTrans" presStyleLbl="sibTrans1D1" presStyleIdx="0" presStyleCnt="2"/>
      <dgm:spPr/>
    </dgm:pt>
    <dgm:pt modelId="{9E0DCD6D-A0E3-4969-B5FC-3E9F2D27B4EB}" type="pres">
      <dgm:prSet presAssocID="{32E541C7-883B-4E7C-AA40-3F29416ABBCE}" presName="connectorText" presStyleLbl="sibTrans1D1" presStyleIdx="0" presStyleCnt="2"/>
      <dgm:spPr/>
    </dgm:pt>
    <dgm:pt modelId="{81C85FCC-4B63-47E3-A68E-D07713F530E0}" type="pres">
      <dgm:prSet presAssocID="{C24059B3-26EC-4893-9F0A-AE9435402C95}" presName="node" presStyleLbl="node1" presStyleIdx="1" presStyleCnt="3">
        <dgm:presLayoutVars>
          <dgm:bulletEnabled val="1"/>
        </dgm:presLayoutVars>
      </dgm:prSet>
      <dgm:spPr/>
    </dgm:pt>
    <dgm:pt modelId="{675CE6EE-B2AE-45B9-B2ED-2C07BA1F6C96}" type="pres">
      <dgm:prSet presAssocID="{86E7B7F4-CCC8-4E51-AA33-CE0F0AC1405C}" presName="sibTrans" presStyleLbl="sibTrans1D1" presStyleIdx="1" presStyleCnt="2"/>
      <dgm:spPr/>
    </dgm:pt>
    <dgm:pt modelId="{BD904775-45FC-41CD-924C-554A8731B72B}" type="pres">
      <dgm:prSet presAssocID="{86E7B7F4-CCC8-4E51-AA33-CE0F0AC1405C}" presName="connectorText" presStyleLbl="sibTrans1D1" presStyleIdx="1" presStyleCnt="2"/>
      <dgm:spPr/>
    </dgm:pt>
    <dgm:pt modelId="{BDF33461-624C-4226-B10E-C5A1BE895765}" type="pres">
      <dgm:prSet presAssocID="{478CA815-4AF2-422E-9310-701FBF0E2C3C}" presName="node" presStyleLbl="node1" presStyleIdx="2" presStyleCnt="3">
        <dgm:presLayoutVars>
          <dgm:bulletEnabled val="1"/>
        </dgm:presLayoutVars>
      </dgm:prSet>
      <dgm:spPr/>
    </dgm:pt>
  </dgm:ptLst>
  <dgm:cxnLst>
    <dgm:cxn modelId="{7C3D1A25-3478-4DDA-9580-B889124132EA}" srcId="{76E3C7B4-BFB9-401A-A936-361962593F13}" destId="{478CA815-4AF2-422E-9310-701FBF0E2C3C}" srcOrd="2" destOrd="0" parTransId="{7CA320DC-0F1A-4978-B341-3DFF3578FECE}" sibTransId="{65196146-CBB3-4898-B461-12059F6D6490}"/>
    <dgm:cxn modelId="{B5343227-23B3-4689-B610-0552E0584975}" type="presOf" srcId="{32E541C7-883B-4E7C-AA40-3F29416ABBCE}" destId="{ACA09D22-D717-416C-93CD-51E0CBF47E5B}" srcOrd="0" destOrd="0" presId="urn:microsoft.com/office/officeart/2016/7/layout/RepeatingBendingProcessNew"/>
    <dgm:cxn modelId="{F259694B-DF97-4DA8-BA95-1238CB046ACC}" srcId="{76E3C7B4-BFB9-401A-A936-361962593F13}" destId="{B63093F3-6E1F-413E-B213-4551D29B6184}" srcOrd="0" destOrd="0" parTransId="{F4B115E3-668F-4A79-8524-A82186C8DFBD}" sibTransId="{32E541C7-883B-4E7C-AA40-3F29416ABBCE}"/>
    <dgm:cxn modelId="{23CBE44C-5D9A-4802-9228-4E56B24C2AFD}" type="presOf" srcId="{B63093F3-6E1F-413E-B213-4551D29B6184}" destId="{F9AB074E-86EA-43C2-8CBD-C0D28E4FAA72}" srcOrd="0" destOrd="0" presId="urn:microsoft.com/office/officeart/2016/7/layout/RepeatingBendingProcessNew"/>
    <dgm:cxn modelId="{ED160B50-9058-41C4-9EAF-A442BC9FAC5B}" type="presOf" srcId="{76E3C7B4-BFB9-401A-A936-361962593F13}" destId="{71125A06-9747-471B-98CC-A9B4DF15FC73}" srcOrd="0" destOrd="0" presId="urn:microsoft.com/office/officeart/2016/7/layout/RepeatingBendingProcessNew"/>
    <dgm:cxn modelId="{2BC53A71-87BF-4976-8BFC-97C2C6029F0D}" type="presOf" srcId="{C24059B3-26EC-4893-9F0A-AE9435402C95}" destId="{81C85FCC-4B63-47E3-A68E-D07713F530E0}" srcOrd="0" destOrd="0" presId="urn:microsoft.com/office/officeart/2016/7/layout/RepeatingBendingProcessNew"/>
    <dgm:cxn modelId="{B94F8B7B-F563-4132-9382-1EF6DDC800B6}" type="presOf" srcId="{478CA815-4AF2-422E-9310-701FBF0E2C3C}" destId="{BDF33461-624C-4226-B10E-C5A1BE895765}" srcOrd="0" destOrd="0" presId="urn:microsoft.com/office/officeart/2016/7/layout/RepeatingBendingProcessNew"/>
    <dgm:cxn modelId="{69E1A782-EC0A-4D71-A1AF-689426C64567}" type="presOf" srcId="{86E7B7F4-CCC8-4E51-AA33-CE0F0AC1405C}" destId="{BD904775-45FC-41CD-924C-554A8731B72B}" srcOrd="1" destOrd="0" presId="urn:microsoft.com/office/officeart/2016/7/layout/RepeatingBendingProcessNew"/>
    <dgm:cxn modelId="{18DC0CA4-510B-4B89-8DFF-32622B0988EF}" type="presOf" srcId="{32E541C7-883B-4E7C-AA40-3F29416ABBCE}" destId="{9E0DCD6D-A0E3-4969-B5FC-3E9F2D27B4EB}" srcOrd="1" destOrd="0" presId="urn:microsoft.com/office/officeart/2016/7/layout/RepeatingBendingProcessNew"/>
    <dgm:cxn modelId="{BE9EECAB-93A5-49A0-A219-1CF7193F90FD}" type="presOf" srcId="{86E7B7F4-CCC8-4E51-AA33-CE0F0AC1405C}" destId="{675CE6EE-B2AE-45B9-B2ED-2C07BA1F6C96}" srcOrd="0" destOrd="0" presId="urn:microsoft.com/office/officeart/2016/7/layout/RepeatingBendingProcessNew"/>
    <dgm:cxn modelId="{F6512BB9-AE16-4E77-8404-3C31C296C9A0}" srcId="{76E3C7B4-BFB9-401A-A936-361962593F13}" destId="{C24059B3-26EC-4893-9F0A-AE9435402C95}" srcOrd="1" destOrd="0" parTransId="{B2E4DA07-7259-420E-B2AE-44E1BB4A98C6}" sibTransId="{86E7B7F4-CCC8-4E51-AA33-CE0F0AC1405C}"/>
    <dgm:cxn modelId="{4E911D0A-7AA6-4756-96D4-40C89CCC60E7}" type="presParOf" srcId="{71125A06-9747-471B-98CC-A9B4DF15FC73}" destId="{F9AB074E-86EA-43C2-8CBD-C0D28E4FAA72}" srcOrd="0" destOrd="0" presId="urn:microsoft.com/office/officeart/2016/7/layout/RepeatingBendingProcessNew"/>
    <dgm:cxn modelId="{E6559186-04E2-4AC0-982F-58977BFD8ACF}" type="presParOf" srcId="{71125A06-9747-471B-98CC-A9B4DF15FC73}" destId="{ACA09D22-D717-416C-93CD-51E0CBF47E5B}" srcOrd="1" destOrd="0" presId="urn:microsoft.com/office/officeart/2016/7/layout/RepeatingBendingProcessNew"/>
    <dgm:cxn modelId="{10672074-180A-4D2B-BE56-E3EDB6CAA589}" type="presParOf" srcId="{ACA09D22-D717-416C-93CD-51E0CBF47E5B}" destId="{9E0DCD6D-A0E3-4969-B5FC-3E9F2D27B4EB}" srcOrd="0" destOrd="0" presId="urn:microsoft.com/office/officeart/2016/7/layout/RepeatingBendingProcessNew"/>
    <dgm:cxn modelId="{E9CDBF2B-2047-40DB-9536-762E7A707113}" type="presParOf" srcId="{71125A06-9747-471B-98CC-A9B4DF15FC73}" destId="{81C85FCC-4B63-47E3-A68E-D07713F530E0}" srcOrd="2" destOrd="0" presId="urn:microsoft.com/office/officeart/2016/7/layout/RepeatingBendingProcessNew"/>
    <dgm:cxn modelId="{7C9C4CB3-9BA2-409A-B5D0-8A1B0E966670}" type="presParOf" srcId="{71125A06-9747-471B-98CC-A9B4DF15FC73}" destId="{675CE6EE-B2AE-45B9-B2ED-2C07BA1F6C96}" srcOrd="3" destOrd="0" presId="urn:microsoft.com/office/officeart/2016/7/layout/RepeatingBendingProcessNew"/>
    <dgm:cxn modelId="{13B06902-1078-490B-A9BF-185C6F7B07F9}" type="presParOf" srcId="{675CE6EE-B2AE-45B9-B2ED-2C07BA1F6C96}" destId="{BD904775-45FC-41CD-924C-554A8731B72B}" srcOrd="0" destOrd="0" presId="urn:microsoft.com/office/officeart/2016/7/layout/RepeatingBendingProcessNew"/>
    <dgm:cxn modelId="{565A67C7-BDF1-409B-9C12-BE9D5C1CCADA}" type="presParOf" srcId="{71125A06-9747-471B-98CC-A9B4DF15FC73}" destId="{BDF33461-624C-4226-B10E-C5A1BE895765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633D9-C8E4-4481-9090-F3C1AACB9A6E}">
      <dsp:nvSpPr>
        <dsp:cNvPr id="0" name=""/>
        <dsp:cNvSpPr/>
      </dsp:nvSpPr>
      <dsp:spPr>
        <a:xfrm>
          <a:off x="0" y="1335"/>
          <a:ext cx="6945408" cy="12956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F7D26-EDAE-462F-B489-18BF13AEB238}">
      <dsp:nvSpPr>
        <dsp:cNvPr id="0" name=""/>
        <dsp:cNvSpPr/>
      </dsp:nvSpPr>
      <dsp:spPr>
        <a:xfrm>
          <a:off x="324549" y="354139"/>
          <a:ext cx="590090" cy="5900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8EA87-BBD8-4EC5-96AC-220D796B29DA}">
      <dsp:nvSpPr>
        <dsp:cNvPr id="0" name=""/>
        <dsp:cNvSpPr/>
      </dsp:nvSpPr>
      <dsp:spPr>
        <a:xfrm>
          <a:off x="1054821" y="162360"/>
          <a:ext cx="5706218" cy="1072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48" tIns="113548" rIns="113548" bIns="1135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baseline="0" noProof="0" dirty="0"/>
            <a:t>Eco-geste réénuméré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baseline="0" noProof="0" dirty="0"/>
            <a:t>Permet aux utilisateurs de vendre leurs déchets via un </a:t>
          </a:r>
          <a:r>
            <a:rPr lang="fr-FR" sz="1400" b="0" kern="1200" baseline="0" noProof="0" dirty="0" err="1"/>
            <a:t>reseau</a:t>
          </a:r>
          <a:r>
            <a:rPr lang="fr-FR" sz="1400" b="0" kern="1200" baseline="0" noProof="0" dirty="0"/>
            <a:t> partenaires sur l’application mobile</a:t>
          </a:r>
        </a:p>
      </dsp:txBody>
      <dsp:txXfrm>
        <a:off x="1054821" y="162360"/>
        <a:ext cx="5706218" cy="1072891"/>
      </dsp:txXfrm>
    </dsp:sp>
    <dsp:sp modelId="{5B9C35A4-7580-4458-BDB8-4C4696A4C8CD}">
      <dsp:nvSpPr>
        <dsp:cNvPr id="0" name=""/>
        <dsp:cNvSpPr/>
      </dsp:nvSpPr>
      <dsp:spPr>
        <a:xfrm>
          <a:off x="0" y="1565256"/>
          <a:ext cx="6945408" cy="14289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0BF67A-8A20-4D2B-8F12-23C435879BCB}">
      <dsp:nvSpPr>
        <dsp:cNvPr id="0" name=""/>
        <dsp:cNvSpPr/>
      </dsp:nvSpPr>
      <dsp:spPr>
        <a:xfrm>
          <a:off x="324549" y="1984666"/>
          <a:ext cx="590090" cy="5900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F7788-039C-47C6-8DA9-99AD6393DC04}">
      <dsp:nvSpPr>
        <dsp:cNvPr id="0" name=""/>
        <dsp:cNvSpPr/>
      </dsp:nvSpPr>
      <dsp:spPr>
        <a:xfrm>
          <a:off x="1239189" y="1604851"/>
          <a:ext cx="5706218" cy="1072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48" tIns="113548" rIns="113548" bIns="1135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Suivi en Temps réel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Permet à l’utilisateur de suivre en temps réel le niveau de remplissage de sa poubelle</a:t>
          </a:r>
        </a:p>
      </dsp:txBody>
      <dsp:txXfrm>
        <a:off x="1239189" y="1604851"/>
        <a:ext cx="5706218" cy="1072891"/>
      </dsp:txXfrm>
    </dsp:sp>
    <dsp:sp modelId="{22D8B6F5-A230-4C4F-BC43-C16F8FC19EC8}">
      <dsp:nvSpPr>
        <dsp:cNvPr id="0" name=""/>
        <dsp:cNvSpPr/>
      </dsp:nvSpPr>
      <dsp:spPr>
        <a:xfrm>
          <a:off x="0" y="3262388"/>
          <a:ext cx="6945408" cy="1072891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9E305-ED28-41DF-BDDE-97BC8EB46D78}">
      <dsp:nvSpPr>
        <dsp:cNvPr id="0" name=""/>
        <dsp:cNvSpPr/>
      </dsp:nvSpPr>
      <dsp:spPr>
        <a:xfrm>
          <a:off x="324549" y="3503788"/>
          <a:ext cx="590090" cy="5900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57FAA-D19E-4FA0-9FBE-28DD31086954}">
      <dsp:nvSpPr>
        <dsp:cNvPr id="0" name=""/>
        <dsp:cNvSpPr/>
      </dsp:nvSpPr>
      <dsp:spPr>
        <a:xfrm>
          <a:off x="1203411" y="3444275"/>
          <a:ext cx="5706218" cy="9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48" tIns="113548" rIns="113548" bIns="1135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Conseil Ecologique et comment bien recyclés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Conseil tutos pratique et vidéo sur l’importance du recyclage </a:t>
          </a:r>
        </a:p>
      </dsp:txBody>
      <dsp:txXfrm>
        <a:off x="1203411" y="3444275"/>
        <a:ext cx="5706218" cy="945066"/>
      </dsp:txXfrm>
    </dsp:sp>
    <dsp:sp modelId="{F4A56FED-571E-407D-B88F-7853DF457413}">
      <dsp:nvSpPr>
        <dsp:cNvPr id="0" name=""/>
        <dsp:cNvSpPr/>
      </dsp:nvSpPr>
      <dsp:spPr>
        <a:xfrm>
          <a:off x="0" y="4603502"/>
          <a:ext cx="6945408" cy="10728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BD42B-87E1-472D-941E-ACF72AACCC8F}">
      <dsp:nvSpPr>
        <dsp:cNvPr id="0" name=""/>
        <dsp:cNvSpPr/>
      </dsp:nvSpPr>
      <dsp:spPr>
        <a:xfrm>
          <a:off x="324549" y="4844902"/>
          <a:ext cx="590090" cy="5900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78114-D96F-46E6-992F-206CEDC1777B}">
      <dsp:nvSpPr>
        <dsp:cNvPr id="0" name=""/>
        <dsp:cNvSpPr/>
      </dsp:nvSpPr>
      <dsp:spPr>
        <a:xfrm>
          <a:off x="1203411" y="4604837"/>
          <a:ext cx="5706218" cy="1072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548" tIns="113548" rIns="113548" bIns="1135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Reconnaissance du déchet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Détection automatique du type de déchets et ouverture du Bac concerné </a:t>
          </a:r>
        </a:p>
        <a:p>
          <a:pPr marL="0" lvl="0" indent="0" algn="l" defTabSz="622300">
            <a:spcBef>
              <a:spcPct val="0"/>
            </a:spcBef>
            <a:spcAft>
              <a:spcPct val="35000"/>
            </a:spcAft>
            <a:buNone/>
          </a:pPr>
          <a:endParaRPr lang="fr-FR" sz="1400" kern="1200" noProof="0" dirty="0"/>
        </a:p>
      </dsp:txBody>
      <dsp:txXfrm>
        <a:off x="1203411" y="4604837"/>
        <a:ext cx="5706218" cy="10728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BD7AE-9C44-47C9-BAFC-890F42EF42DB}">
      <dsp:nvSpPr>
        <dsp:cNvPr id="0" name=""/>
        <dsp:cNvSpPr/>
      </dsp:nvSpPr>
      <dsp:spPr>
        <a:xfrm>
          <a:off x="3175388" y="905086"/>
          <a:ext cx="69803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803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6191" y="947163"/>
        <a:ext cx="36431" cy="7286"/>
      </dsp:txXfrm>
    </dsp:sp>
    <dsp:sp modelId="{74C8E37D-3A68-4A23-9B81-42A85B97EA7D}">
      <dsp:nvSpPr>
        <dsp:cNvPr id="0" name=""/>
        <dsp:cNvSpPr/>
      </dsp:nvSpPr>
      <dsp:spPr>
        <a:xfrm>
          <a:off x="9199" y="409"/>
          <a:ext cx="3167988" cy="1900793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234" tIns="162945" rIns="155234" bIns="16294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Capteurs</a:t>
          </a:r>
          <a:r>
            <a:rPr lang="fr-FR" sz="1400" kern="1200" baseline="0" noProof="0" dirty="0"/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baseline="0" noProof="0" dirty="0"/>
            <a:t>présence ultrason HC-S04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baseline="0" noProof="0" dirty="0"/>
            <a:t>Température DHT11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baseline="0" noProof="0" dirty="0"/>
            <a:t>Qualité de gaz</a:t>
          </a:r>
          <a:endParaRPr lang="fr-FR" sz="1400" kern="1200" noProof="0" dirty="0"/>
        </a:p>
      </dsp:txBody>
      <dsp:txXfrm>
        <a:off x="9199" y="409"/>
        <a:ext cx="3167988" cy="1900793"/>
      </dsp:txXfrm>
    </dsp:sp>
    <dsp:sp modelId="{02C8A86F-1CBF-4E38-9477-DE587B00B6FF}">
      <dsp:nvSpPr>
        <dsp:cNvPr id="0" name=""/>
        <dsp:cNvSpPr/>
      </dsp:nvSpPr>
      <dsp:spPr>
        <a:xfrm>
          <a:off x="1593193" y="1899402"/>
          <a:ext cx="3896626" cy="698037"/>
        </a:xfrm>
        <a:custGeom>
          <a:avLst/>
          <a:gdLst/>
          <a:ahLst/>
          <a:cxnLst/>
          <a:rect l="0" t="0" r="0" b="0"/>
          <a:pathLst>
            <a:path>
              <a:moveTo>
                <a:pt x="3896626" y="0"/>
              </a:moveTo>
              <a:lnTo>
                <a:pt x="3896626" y="366118"/>
              </a:lnTo>
              <a:lnTo>
                <a:pt x="0" y="366118"/>
              </a:lnTo>
              <a:lnTo>
                <a:pt x="0" y="698037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42402" y="2244778"/>
        <a:ext cx="198208" cy="7286"/>
      </dsp:txXfrm>
    </dsp:sp>
    <dsp:sp modelId="{7DABD760-0E1C-4D49-861A-7EFBBB181AB7}">
      <dsp:nvSpPr>
        <dsp:cNvPr id="0" name=""/>
        <dsp:cNvSpPr/>
      </dsp:nvSpPr>
      <dsp:spPr>
        <a:xfrm>
          <a:off x="3905825" y="409"/>
          <a:ext cx="3167988" cy="1900793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234" tIns="162945" rIns="155234" bIns="16294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Actionneurs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Servomoteurs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Module de sons ADA3885 et Haut parleurs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 err="1"/>
            <a:t>Led</a:t>
          </a:r>
          <a:r>
            <a:rPr lang="fr-FR" sz="1400" kern="1200" noProof="0" dirty="0"/>
            <a:t> et Resistance</a:t>
          </a:r>
        </a:p>
      </dsp:txBody>
      <dsp:txXfrm>
        <a:off x="3905825" y="409"/>
        <a:ext cx="3167988" cy="1900793"/>
      </dsp:txXfrm>
    </dsp:sp>
    <dsp:sp modelId="{D4039FDE-EAA0-462E-A8A5-FF7C4301A128}">
      <dsp:nvSpPr>
        <dsp:cNvPr id="0" name=""/>
        <dsp:cNvSpPr/>
      </dsp:nvSpPr>
      <dsp:spPr>
        <a:xfrm>
          <a:off x="3175388" y="3534516"/>
          <a:ext cx="69803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9803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6191" y="3576593"/>
        <a:ext cx="36431" cy="7286"/>
      </dsp:txXfrm>
    </dsp:sp>
    <dsp:sp modelId="{EB5DC12B-A55C-4D61-9F04-29E6A140CD23}">
      <dsp:nvSpPr>
        <dsp:cNvPr id="0" name=""/>
        <dsp:cNvSpPr/>
      </dsp:nvSpPr>
      <dsp:spPr>
        <a:xfrm>
          <a:off x="9199" y="2629840"/>
          <a:ext cx="3167988" cy="1900793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234" tIns="162945" rIns="155234" bIns="16294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Microcontrôleurs et gestion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ESPCAM 32 AI THINKER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Carte SD Micro 32GB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Module GSM + Carte SIM M2M</a:t>
          </a:r>
        </a:p>
        <a:p>
          <a:pPr marL="0" lvl="0" indent="0" algn="ctr" defTabSz="622300">
            <a:spcBef>
              <a:spcPct val="0"/>
            </a:spcBef>
            <a:spcAft>
              <a:spcPct val="35000"/>
            </a:spcAft>
            <a:buNone/>
          </a:pPr>
          <a:endParaRPr lang="fr-FR" sz="1400" kern="1200" noProof="0" dirty="0"/>
        </a:p>
      </dsp:txBody>
      <dsp:txXfrm>
        <a:off x="9199" y="2629840"/>
        <a:ext cx="3167988" cy="1900793"/>
      </dsp:txXfrm>
    </dsp:sp>
    <dsp:sp modelId="{F407F5D6-ED13-4FB1-BF96-D40A96665564}">
      <dsp:nvSpPr>
        <dsp:cNvPr id="0" name=""/>
        <dsp:cNvSpPr/>
      </dsp:nvSpPr>
      <dsp:spPr>
        <a:xfrm>
          <a:off x="3905825" y="2629840"/>
          <a:ext cx="3167988" cy="1900793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234" tIns="162945" rIns="155234" bIns="16294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Algorithme IA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Edge impulse YOLO MODEL</a:t>
          </a:r>
        </a:p>
        <a:p>
          <a:pPr marL="0" lvl="0" indent="0" algn="ctr" defTabSz="622300">
            <a:spcBef>
              <a:spcPct val="0"/>
            </a:spcBef>
            <a:spcAft>
              <a:spcPct val="35000"/>
            </a:spcAft>
            <a:buNone/>
          </a:pPr>
          <a:endParaRPr lang="fr-FR" sz="1400" kern="1200" noProof="0" dirty="0"/>
        </a:p>
      </dsp:txBody>
      <dsp:txXfrm>
        <a:off x="3905825" y="2629840"/>
        <a:ext cx="3167988" cy="19007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B5686D-3A43-473F-9AA4-3A8362466F10}">
      <dsp:nvSpPr>
        <dsp:cNvPr id="0" name=""/>
        <dsp:cNvSpPr/>
      </dsp:nvSpPr>
      <dsp:spPr>
        <a:xfrm>
          <a:off x="2958224" y="826033"/>
          <a:ext cx="637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51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60278" y="868413"/>
        <a:ext cx="33405" cy="6681"/>
      </dsp:txXfrm>
    </dsp:sp>
    <dsp:sp modelId="{C0A88B54-5BD0-44DD-96E8-28A6825068A3}">
      <dsp:nvSpPr>
        <dsp:cNvPr id="0" name=""/>
        <dsp:cNvSpPr/>
      </dsp:nvSpPr>
      <dsp:spPr>
        <a:xfrm>
          <a:off x="55185" y="302"/>
          <a:ext cx="2904839" cy="17429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340" tIns="149410" rIns="142340" bIns="1494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baseline="0" noProof="0" dirty="0" err="1"/>
            <a:t>Hosting</a:t>
          </a:r>
          <a:r>
            <a:rPr lang="fr-FR" sz="1400" b="1" kern="1200" baseline="0" noProof="0" dirty="0"/>
            <a:t> et Server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baseline="0" noProof="0" dirty="0"/>
            <a:t>Google cloud </a:t>
          </a:r>
          <a:r>
            <a:rPr lang="fr-FR" sz="1400" kern="1200" baseline="0" noProof="0" dirty="0" err="1"/>
            <a:t>plateform</a:t>
          </a:r>
          <a:endParaRPr lang="fr-FR" sz="1400" kern="1200" baseline="0" noProof="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baseline="0" noProof="0" dirty="0"/>
            <a:t>Firebase</a:t>
          </a:r>
        </a:p>
      </dsp:txBody>
      <dsp:txXfrm>
        <a:off x="55185" y="302"/>
        <a:ext cx="2904839" cy="1742903"/>
      </dsp:txXfrm>
    </dsp:sp>
    <dsp:sp modelId="{A0825928-6939-4D03-AAC1-7D9073D75F0A}">
      <dsp:nvSpPr>
        <dsp:cNvPr id="0" name=""/>
        <dsp:cNvSpPr/>
      </dsp:nvSpPr>
      <dsp:spPr>
        <a:xfrm>
          <a:off x="3193370" y="1741405"/>
          <a:ext cx="1887186" cy="633103"/>
        </a:xfrm>
        <a:custGeom>
          <a:avLst/>
          <a:gdLst/>
          <a:ahLst/>
          <a:cxnLst/>
          <a:rect l="0" t="0" r="0" b="0"/>
          <a:pathLst>
            <a:path>
              <a:moveTo>
                <a:pt x="1887186" y="0"/>
              </a:moveTo>
              <a:lnTo>
                <a:pt x="1887186" y="333651"/>
              </a:lnTo>
              <a:lnTo>
                <a:pt x="0" y="333651"/>
              </a:lnTo>
              <a:lnTo>
                <a:pt x="0" y="633103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086951" y="2054616"/>
        <a:ext cx="100024" cy="6681"/>
      </dsp:txXfrm>
    </dsp:sp>
    <dsp:sp modelId="{F9978210-9E50-42F9-9CBB-C4344DD363B1}">
      <dsp:nvSpPr>
        <dsp:cNvPr id="0" name=""/>
        <dsp:cNvSpPr/>
      </dsp:nvSpPr>
      <dsp:spPr>
        <a:xfrm>
          <a:off x="3628137" y="302"/>
          <a:ext cx="2904839" cy="17429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340" tIns="149410" rIns="142340" bIns="1494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Langage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Dart + Flutter</a:t>
          </a:r>
        </a:p>
      </dsp:txBody>
      <dsp:txXfrm>
        <a:off x="3628137" y="302"/>
        <a:ext cx="2904839" cy="1742903"/>
      </dsp:txXfrm>
    </dsp:sp>
    <dsp:sp modelId="{BBCA20EA-DEF5-4170-A91C-6383627D8A2F}">
      <dsp:nvSpPr>
        <dsp:cNvPr id="0" name=""/>
        <dsp:cNvSpPr/>
      </dsp:nvSpPr>
      <dsp:spPr>
        <a:xfrm>
          <a:off x="1740950" y="2406908"/>
          <a:ext cx="2904839" cy="17429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340" tIns="149410" rIns="142340" bIns="1494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Base de donnée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Mango DB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noProof="0" dirty="0"/>
        </a:p>
      </dsp:txBody>
      <dsp:txXfrm>
        <a:off x="1740950" y="2406908"/>
        <a:ext cx="2904839" cy="17429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B1C2F-0A4A-413F-AA41-7DC722D8F62E}">
      <dsp:nvSpPr>
        <dsp:cNvPr id="0" name=""/>
        <dsp:cNvSpPr/>
      </dsp:nvSpPr>
      <dsp:spPr>
        <a:xfrm>
          <a:off x="2648745" y="1040772"/>
          <a:ext cx="5787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78740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922881" y="1083445"/>
        <a:ext cx="30467" cy="6093"/>
      </dsp:txXfrm>
    </dsp:sp>
    <dsp:sp modelId="{E5AE1C18-6B9B-40AA-B939-66291A8FB67C}">
      <dsp:nvSpPr>
        <dsp:cNvPr id="0" name=""/>
        <dsp:cNvSpPr/>
      </dsp:nvSpPr>
      <dsp:spPr>
        <a:xfrm>
          <a:off x="1240" y="291700"/>
          <a:ext cx="2649304" cy="15895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18" tIns="136267" rIns="129818" bIns="1362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baseline="0" noProof="0" dirty="0"/>
            <a:t>Conception PCB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baseline="0" noProof="0" dirty="0" err="1"/>
            <a:t>Easy</a:t>
          </a:r>
          <a:r>
            <a:rPr lang="fr-FR" sz="1400" kern="1200" baseline="0" noProof="0" dirty="0"/>
            <a:t> EDA et ALTIUM DESIGN</a:t>
          </a:r>
        </a:p>
      </dsp:txBody>
      <dsp:txXfrm>
        <a:off x="1240" y="291700"/>
        <a:ext cx="2649304" cy="1589582"/>
      </dsp:txXfrm>
    </dsp:sp>
    <dsp:sp modelId="{2CC58E8C-CBDA-4D2F-8893-BEB750369C19}">
      <dsp:nvSpPr>
        <dsp:cNvPr id="0" name=""/>
        <dsp:cNvSpPr/>
      </dsp:nvSpPr>
      <dsp:spPr>
        <a:xfrm>
          <a:off x="1325893" y="1879483"/>
          <a:ext cx="3258644" cy="578740"/>
        </a:xfrm>
        <a:custGeom>
          <a:avLst/>
          <a:gdLst/>
          <a:ahLst/>
          <a:cxnLst/>
          <a:rect l="0" t="0" r="0" b="0"/>
          <a:pathLst>
            <a:path>
              <a:moveTo>
                <a:pt x="3258644" y="0"/>
              </a:moveTo>
              <a:lnTo>
                <a:pt x="3258644" y="306470"/>
              </a:lnTo>
              <a:lnTo>
                <a:pt x="0" y="306470"/>
              </a:lnTo>
              <a:lnTo>
                <a:pt x="0" y="57874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72337" y="2165806"/>
        <a:ext cx="165756" cy="6093"/>
      </dsp:txXfrm>
    </dsp:sp>
    <dsp:sp modelId="{CA7BF4B2-1E20-4F8B-8D23-69DC9AE2D004}">
      <dsp:nvSpPr>
        <dsp:cNvPr id="0" name=""/>
        <dsp:cNvSpPr/>
      </dsp:nvSpPr>
      <dsp:spPr>
        <a:xfrm>
          <a:off x="3259885" y="291700"/>
          <a:ext cx="2649304" cy="15895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18" tIns="136267" rIns="129818" bIns="1362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/>
            <a:t>Modélisation 3D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/>
            <a:t>Fusion 360 + Altium Design</a:t>
          </a:r>
        </a:p>
      </dsp:txBody>
      <dsp:txXfrm>
        <a:off x="3259885" y="291700"/>
        <a:ext cx="2649304" cy="1589582"/>
      </dsp:txXfrm>
    </dsp:sp>
    <dsp:sp modelId="{2B0C2C83-163C-47C0-BC2B-9E1AAB692A7E}">
      <dsp:nvSpPr>
        <dsp:cNvPr id="0" name=""/>
        <dsp:cNvSpPr/>
      </dsp:nvSpPr>
      <dsp:spPr>
        <a:xfrm>
          <a:off x="1240" y="2490623"/>
          <a:ext cx="2649304" cy="15895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18" tIns="136267" rIns="129818" bIns="1362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/>
            <a:t>Impression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/>
            <a:t>Imprimante 3D DIY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noProof="0"/>
        </a:p>
      </dsp:txBody>
      <dsp:txXfrm>
        <a:off x="1240" y="2490623"/>
        <a:ext cx="2649304" cy="15895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EDB5A-AF65-4AF4-BC86-CA2A602E7CD2}">
      <dsp:nvSpPr>
        <dsp:cNvPr id="0" name=""/>
        <dsp:cNvSpPr/>
      </dsp:nvSpPr>
      <dsp:spPr>
        <a:xfrm>
          <a:off x="4906438" y="868487"/>
          <a:ext cx="6685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2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221" y="910712"/>
        <a:ext cx="34956" cy="6991"/>
      </dsp:txXfrm>
    </dsp:sp>
    <dsp:sp modelId="{4D39A7E4-6F3A-45E1-A5D9-4EE01B51A3B1}">
      <dsp:nvSpPr>
        <dsp:cNvPr id="0" name=""/>
        <dsp:cNvSpPr/>
      </dsp:nvSpPr>
      <dsp:spPr>
        <a:xfrm>
          <a:off x="1868572" y="2308"/>
          <a:ext cx="3039665" cy="18237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baseline="0" noProof="0"/>
            <a:t>Maintenance</a:t>
          </a:r>
          <a:r>
            <a:rPr lang="fr-FR" sz="1600" kern="1200" baseline="0" noProof="0"/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Maintenance à distance par mise à jour Firmware en ligne</a:t>
          </a:r>
        </a:p>
      </dsp:txBody>
      <dsp:txXfrm>
        <a:off x="1868572" y="2308"/>
        <a:ext cx="3039665" cy="1823799"/>
      </dsp:txXfrm>
    </dsp:sp>
    <dsp:sp modelId="{17DED2AD-2945-49A5-BCA4-7927B6A2E862}">
      <dsp:nvSpPr>
        <dsp:cNvPr id="0" name=""/>
        <dsp:cNvSpPr/>
      </dsp:nvSpPr>
      <dsp:spPr>
        <a:xfrm>
          <a:off x="3388405" y="1824307"/>
          <a:ext cx="3738788" cy="668523"/>
        </a:xfrm>
        <a:custGeom>
          <a:avLst/>
          <a:gdLst/>
          <a:ahLst/>
          <a:cxnLst/>
          <a:rect l="0" t="0" r="0" b="0"/>
          <a:pathLst>
            <a:path>
              <a:moveTo>
                <a:pt x="3738788" y="0"/>
              </a:moveTo>
              <a:lnTo>
                <a:pt x="3738788" y="351361"/>
              </a:lnTo>
              <a:lnTo>
                <a:pt x="0" y="351361"/>
              </a:lnTo>
              <a:lnTo>
                <a:pt x="0" y="668523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62710" y="2155073"/>
        <a:ext cx="190179" cy="6991"/>
      </dsp:txXfrm>
    </dsp:sp>
    <dsp:sp modelId="{4481A06F-C8B7-4C8A-949E-BE3B4AF33D9F}">
      <dsp:nvSpPr>
        <dsp:cNvPr id="0" name=""/>
        <dsp:cNvSpPr/>
      </dsp:nvSpPr>
      <dsp:spPr>
        <a:xfrm>
          <a:off x="5607361" y="2308"/>
          <a:ext cx="3039665" cy="18237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noProof="0"/>
            <a:t>Contrôle performance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Tableau de bord de visualisation des états de chaque capteur en temps réel</a:t>
          </a:r>
        </a:p>
      </dsp:txBody>
      <dsp:txXfrm>
        <a:off x="5607361" y="2308"/>
        <a:ext cx="3039665" cy="1823799"/>
      </dsp:txXfrm>
    </dsp:sp>
    <dsp:sp modelId="{92CC5916-2B59-4019-87A0-594884148639}">
      <dsp:nvSpPr>
        <dsp:cNvPr id="0" name=""/>
        <dsp:cNvSpPr/>
      </dsp:nvSpPr>
      <dsp:spPr>
        <a:xfrm>
          <a:off x="1868572" y="2525230"/>
          <a:ext cx="3039665" cy="18237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6" tIns="156345" rIns="148946" bIns="15634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noProof="0"/>
            <a:t>Alternatifs si dysfonctionnements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Mise en mode Manuel et Alerte en cas de dysfonctionnement de l’equipement</a:t>
          </a:r>
        </a:p>
      </dsp:txBody>
      <dsp:txXfrm>
        <a:off x="1868572" y="2525230"/>
        <a:ext cx="3039665" cy="18237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8E146-C26D-4966-B9BE-6B499736EE9C}">
      <dsp:nvSpPr>
        <dsp:cNvPr id="0" name=""/>
        <dsp:cNvSpPr/>
      </dsp:nvSpPr>
      <dsp:spPr>
        <a:xfrm>
          <a:off x="1602839" y="1511834"/>
          <a:ext cx="779150" cy="779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22A01-F23D-46C2-83E3-B87C25ED886D}">
      <dsp:nvSpPr>
        <dsp:cNvPr id="0" name=""/>
        <dsp:cNvSpPr/>
      </dsp:nvSpPr>
      <dsp:spPr>
        <a:xfrm>
          <a:off x="32" y="2579306"/>
          <a:ext cx="3984765" cy="7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1</a:t>
          </a:r>
          <a:r>
            <a:rPr lang="fr-FR" sz="1100" b="1" kern="1200" noProof="0" dirty="0"/>
            <a:t>. Revendeurs de produits électroniques</a:t>
          </a:r>
          <a:r>
            <a:rPr lang="fr-FR" sz="1100" kern="1200" noProof="0" dirty="0"/>
            <a:t>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 électroniques HELECTRO / ALIBABA</a:t>
          </a:r>
        </a:p>
      </dsp:txBody>
      <dsp:txXfrm>
        <a:off x="32" y="2579306"/>
        <a:ext cx="3984765" cy="714221"/>
      </dsp:txXfrm>
    </dsp:sp>
    <dsp:sp modelId="{60D798BE-7ABD-42EE-A892-B51831C1DE62}">
      <dsp:nvSpPr>
        <dsp:cNvPr id="0" name=""/>
        <dsp:cNvSpPr/>
      </dsp:nvSpPr>
      <dsp:spPr>
        <a:xfrm>
          <a:off x="4763948" y="1511834"/>
          <a:ext cx="779150" cy="779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B3DFA-9399-4122-A673-06A0D9831EC2}">
      <dsp:nvSpPr>
        <dsp:cNvPr id="0" name=""/>
        <dsp:cNvSpPr/>
      </dsp:nvSpPr>
      <dsp:spPr>
        <a:xfrm>
          <a:off x="4287800" y="2579306"/>
          <a:ext cx="1731445" cy="7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2</a:t>
          </a:r>
          <a:r>
            <a:rPr lang="fr-FR" sz="1100" b="1" kern="1200" noProof="0" dirty="0"/>
            <a:t>. Fournisseurs cloud/IT/API </a:t>
          </a:r>
          <a:r>
            <a:rPr lang="fr-FR" sz="1100" kern="1200" noProof="0" dirty="0"/>
            <a:t>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 Google cloud/AWS MongoDB / Firebase</a:t>
          </a:r>
        </a:p>
      </dsp:txBody>
      <dsp:txXfrm>
        <a:off x="4287800" y="2579306"/>
        <a:ext cx="1731445" cy="714221"/>
      </dsp:txXfrm>
    </dsp:sp>
    <dsp:sp modelId="{D9E93A51-1B2F-407B-AEA3-FC762140BA31}">
      <dsp:nvSpPr>
        <dsp:cNvPr id="0" name=""/>
        <dsp:cNvSpPr/>
      </dsp:nvSpPr>
      <dsp:spPr>
        <a:xfrm>
          <a:off x="7011996" y="1511834"/>
          <a:ext cx="779150" cy="779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BEF46-8AA1-40D3-A1E2-87C820CDE8DB}">
      <dsp:nvSpPr>
        <dsp:cNvPr id="0" name=""/>
        <dsp:cNvSpPr/>
      </dsp:nvSpPr>
      <dsp:spPr>
        <a:xfrm>
          <a:off x="6322248" y="2579306"/>
          <a:ext cx="2158644" cy="7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3. </a:t>
          </a:r>
          <a:r>
            <a:rPr lang="fr-FR" sz="1100" b="1" kern="1200" noProof="0" dirty="0"/>
            <a:t>Plateforme pour intelligence IA: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Edge Impulse YOLO model</a:t>
          </a:r>
        </a:p>
      </dsp:txBody>
      <dsp:txXfrm>
        <a:off x="6322248" y="2579306"/>
        <a:ext cx="2158644" cy="714221"/>
      </dsp:txXfrm>
    </dsp:sp>
    <dsp:sp modelId="{144D63C5-A62C-4352-9E78-6D5EEF6460FC}">
      <dsp:nvSpPr>
        <dsp:cNvPr id="0" name=""/>
        <dsp:cNvSpPr/>
      </dsp:nvSpPr>
      <dsp:spPr>
        <a:xfrm>
          <a:off x="9693927" y="1511834"/>
          <a:ext cx="779150" cy="7791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00155-293D-447B-8084-BF481F95149D}">
      <dsp:nvSpPr>
        <dsp:cNvPr id="0" name=""/>
        <dsp:cNvSpPr/>
      </dsp:nvSpPr>
      <dsp:spPr>
        <a:xfrm>
          <a:off x="8783896" y="2579306"/>
          <a:ext cx="2599211" cy="7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4</a:t>
          </a:r>
          <a:r>
            <a:rPr lang="fr-FR" sz="1100" b="1" kern="1200" noProof="0" dirty="0"/>
            <a:t>. Conception PCB et  design produits: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 JLPCB /ALTIUM DESIGN Partner </a:t>
          </a:r>
        </a:p>
      </dsp:txBody>
      <dsp:txXfrm>
        <a:off x="8783896" y="2579306"/>
        <a:ext cx="2599211" cy="7142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CB0DC-F688-4D7D-9DF9-D2313A244FFB}">
      <dsp:nvSpPr>
        <dsp:cNvPr id="0" name=""/>
        <dsp:cNvSpPr/>
      </dsp:nvSpPr>
      <dsp:spPr>
        <a:xfrm>
          <a:off x="2443080" y="1211393"/>
          <a:ext cx="530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23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4175" y="1254309"/>
        <a:ext cx="28041" cy="5608"/>
      </dsp:txXfrm>
    </dsp:sp>
    <dsp:sp modelId="{C99B1F0D-B015-46CF-86CE-1C5FF9FAF375}">
      <dsp:nvSpPr>
        <dsp:cNvPr id="0" name=""/>
        <dsp:cNvSpPr/>
      </dsp:nvSpPr>
      <dsp:spPr>
        <a:xfrm>
          <a:off x="6477" y="525592"/>
          <a:ext cx="2438402" cy="146304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484" tIns="125419" rIns="119484" bIns="12541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1</a:t>
          </a:r>
          <a:r>
            <a:rPr lang="fr-FR" sz="1600" b="1" kern="1200" noProof="0" dirty="0"/>
            <a:t>. L’Etat de Côte d’Ivoire</a:t>
          </a:r>
          <a:endParaRPr lang="fr-FR" sz="1600" kern="1200" noProof="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 Ministère en charge de la salubrité et cellule en charge de l ’économie circulaire</a:t>
          </a:r>
        </a:p>
      </dsp:txBody>
      <dsp:txXfrm>
        <a:off x="6477" y="525592"/>
        <a:ext cx="2438402" cy="1463041"/>
      </dsp:txXfrm>
    </dsp:sp>
    <dsp:sp modelId="{DB4A5A40-258C-4F8A-9DED-D35E7C15D478}">
      <dsp:nvSpPr>
        <dsp:cNvPr id="0" name=""/>
        <dsp:cNvSpPr/>
      </dsp:nvSpPr>
      <dsp:spPr>
        <a:xfrm>
          <a:off x="5442315" y="1211393"/>
          <a:ext cx="530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232" y="45720"/>
              </a:lnTo>
            </a:path>
          </a:pathLst>
        </a:custGeom>
        <a:noFill/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693411" y="1254309"/>
        <a:ext cx="28041" cy="5608"/>
      </dsp:txXfrm>
    </dsp:sp>
    <dsp:sp modelId="{E59291B6-51DB-4D35-948C-499B43C36FA6}">
      <dsp:nvSpPr>
        <dsp:cNvPr id="0" name=""/>
        <dsp:cNvSpPr/>
      </dsp:nvSpPr>
      <dsp:spPr>
        <a:xfrm>
          <a:off x="3005713" y="525592"/>
          <a:ext cx="2438402" cy="1463041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484" tIns="125419" rIns="119484" bIns="12541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noProof="0"/>
            <a:t>2. Operateurs Téléphonique </a:t>
          </a:r>
          <a:endParaRPr lang="fr-FR" sz="1600" kern="1200" noProof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 MTN, MOOTANA pour acquisition de puce 4G M2M</a:t>
          </a:r>
        </a:p>
      </dsp:txBody>
      <dsp:txXfrm>
        <a:off x="3005713" y="525592"/>
        <a:ext cx="2438402" cy="1463041"/>
      </dsp:txXfrm>
    </dsp:sp>
    <dsp:sp modelId="{2D5EA5AC-9F31-4877-AB66-8AAC2E23F963}">
      <dsp:nvSpPr>
        <dsp:cNvPr id="0" name=""/>
        <dsp:cNvSpPr/>
      </dsp:nvSpPr>
      <dsp:spPr>
        <a:xfrm>
          <a:off x="1225679" y="1986834"/>
          <a:ext cx="5998470" cy="530232"/>
        </a:xfrm>
        <a:custGeom>
          <a:avLst/>
          <a:gdLst/>
          <a:ahLst/>
          <a:cxnLst/>
          <a:rect l="0" t="0" r="0" b="0"/>
          <a:pathLst>
            <a:path>
              <a:moveTo>
                <a:pt x="5998470" y="0"/>
              </a:moveTo>
              <a:lnTo>
                <a:pt x="5998470" y="282216"/>
              </a:lnTo>
              <a:lnTo>
                <a:pt x="0" y="282216"/>
              </a:lnTo>
              <a:lnTo>
                <a:pt x="0" y="530232"/>
              </a:lnTo>
            </a:path>
          </a:pathLst>
        </a:custGeom>
        <a:noFill/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4298" y="2249146"/>
        <a:ext cx="301231" cy="5608"/>
      </dsp:txXfrm>
    </dsp:sp>
    <dsp:sp modelId="{025A0297-5195-4FC8-A1BC-0B65F9D81637}">
      <dsp:nvSpPr>
        <dsp:cNvPr id="0" name=""/>
        <dsp:cNvSpPr/>
      </dsp:nvSpPr>
      <dsp:spPr>
        <a:xfrm>
          <a:off x="6004948" y="525592"/>
          <a:ext cx="2438402" cy="1463041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484" tIns="125419" rIns="119484" bIns="12541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2</a:t>
          </a:r>
          <a:r>
            <a:rPr lang="fr-FR" sz="1600" b="1" kern="1200" noProof="0"/>
            <a:t>. Entreprise de recyclage de déchet </a:t>
          </a:r>
          <a:endParaRPr lang="fr-FR" sz="1600" kern="1200" noProof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 COLIBA, RECYPLAST, MOIJEUTRI…</a:t>
          </a:r>
        </a:p>
      </dsp:txBody>
      <dsp:txXfrm>
        <a:off x="6004948" y="525592"/>
        <a:ext cx="2438402" cy="1463041"/>
      </dsp:txXfrm>
    </dsp:sp>
    <dsp:sp modelId="{546EA93C-FADA-4F4A-8031-4E6DD52AB2FC}">
      <dsp:nvSpPr>
        <dsp:cNvPr id="0" name=""/>
        <dsp:cNvSpPr/>
      </dsp:nvSpPr>
      <dsp:spPr>
        <a:xfrm>
          <a:off x="2443080" y="3235268"/>
          <a:ext cx="530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232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4175" y="3278183"/>
        <a:ext cx="28041" cy="5608"/>
      </dsp:txXfrm>
    </dsp:sp>
    <dsp:sp modelId="{07DDB0FA-C522-46E6-987C-3EA0F401A1FE}">
      <dsp:nvSpPr>
        <dsp:cNvPr id="0" name=""/>
        <dsp:cNvSpPr/>
      </dsp:nvSpPr>
      <dsp:spPr>
        <a:xfrm>
          <a:off x="6477" y="2549467"/>
          <a:ext cx="2438402" cy="1463041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484" tIns="125419" rIns="119484" bIns="12541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3. </a:t>
          </a:r>
          <a:r>
            <a:rPr lang="fr-FR" sz="1600" b="1" kern="1200" noProof="0"/>
            <a:t>Entreprise de collecte de déchets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/>
            <a:t>ECOTISA, ECOEBURNIE…</a:t>
          </a:r>
        </a:p>
      </dsp:txBody>
      <dsp:txXfrm>
        <a:off x="6477" y="2549467"/>
        <a:ext cx="2438402" cy="1463041"/>
      </dsp:txXfrm>
    </dsp:sp>
    <dsp:sp modelId="{93F52313-0AA5-4C2C-8ED9-676271AFC0B2}">
      <dsp:nvSpPr>
        <dsp:cNvPr id="0" name=""/>
        <dsp:cNvSpPr/>
      </dsp:nvSpPr>
      <dsp:spPr>
        <a:xfrm>
          <a:off x="3005713" y="2549467"/>
          <a:ext cx="2438402" cy="1463041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484" tIns="125419" rIns="119484" bIns="12541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4</a:t>
          </a:r>
          <a:r>
            <a:rPr lang="fr-FR" sz="1600" b="1" kern="1200" noProof="0" dirty="0"/>
            <a:t>. Mairie, collectivités et entreprise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Mairie du plateau, Syndic, Promoteurs immobiliers</a:t>
          </a:r>
        </a:p>
      </dsp:txBody>
      <dsp:txXfrm>
        <a:off x="3005713" y="2549467"/>
        <a:ext cx="2438402" cy="14630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93E89-C703-4BDF-AB44-A0B41A046D50}">
      <dsp:nvSpPr>
        <dsp:cNvPr id="0" name=""/>
        <dsp:cNvSpPr/>
      </dsp:nvSpPr>
      <dsp:spPr>
        <a:xfrm>
          <a:off x="72422" y="179390"/>
          <a:ext cx="771639" cy="7716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DD237-3117-4FFE-B51E-C4BB11406551}">
      <dsp:nvSpPr>
        <dsp:cNvPr id="0" name=""/>
        <dsp:cNvSpPr/>
      </dsp:nvSpPr>
      <dsp:spPr>
        <a:xfrm>
          <a:off x="234466" y="341434"/>
          <a:ext cx="447551" cy="4475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95E50-5F13-4D1E-B1B7-43AC3A01F905}">
      <dsp:nvSpPr>
        <dsp:cNvPr id="0" name=""/>
        <dsp:cNvSpPr/>
      </dsp:nvSpPr>
      <dsp:spPr>
        <a:xfrm>
          <a:off x="1009413" y="179390"/>
          <a:ext cx="1818865" cy="771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Espace communautaire sur l’application où les utilisateurs partagent leurs progrès en matière de recyclage et participer à des défis </a:t>
          </a:r>
          <a:r>
            <a:rPr lang="fr-FR" sz="1100" kern="1200" noProof="0" dirty="0" err="1"/>
            <a:t>collectifs.sur</a:t>
          </a:r>
          <a:r>
            <a:rPr lang="fr-FR" sz="1100" kern="1200" noProof="0" dirty="0"/>
            <a:t> le marché </a:t>
          </a:r>
        </a:p>
      </dsp:txBody>
      <dsp:txXfrm>
        <a:off x="1009413" y="179390"/>
        <a:ext cx="1818865" cy="771639"/>
      </dsp:txXfrm>
    </dsp:sp>
    <dsp:sp modelId="{3F5355F9-A104-4FC2-B2A2-E8FAA979E5BD}">
      <dsp:nvSpPr>
        <dsp:cNvPr id="0" name=""/>
        <dsp:cNvSpPr/>
      </dsp:nvSpPr>
      <dsp:spPr>
        <a:xfrm>
          <a:off x="3145201" y="179390"/>
          <a:ext cx="771639" cy="7716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6E460-9004-4D30-AE7A-9290984E822D}">
      <dsp:nvSpPr>
        <dsp:cNvPr id="0" name=""/>
        <dsp:cNvSpPr/>
      </dsp:nvSpPr>
      <dsp:spPr>
        <a:xfrm>
          <a:off x="3307246" y="341434"/>
          <a:ext cx="447551" cy="4475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E6014-F222-4A24-B0B4-26C1318C8FDE}">
      <dsp:nvSpPr>
        <dsp:cNvPr id="0" name=""/>
        <dsp:cNvSpPr/>
      </dsp:nvSpPr>
      <dsp:spPr>
        <a:xfrm>
          <a:off x="4082192" y="179390"/>
          <a:ext cx="1818865" cy="771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Offrir des points de fidélité pour chaque kilogramme de déchets collectés. Les points peuvent être échangés contre des produits écologique et gadgets </a:t>
          </a:r>
        </a:p>
      </dsp:txBody>
      <dsp:txXfrm>
        <a:off x="4082192" y="179390"/>
        <a:ext cx="1818865" cy="771639"/>
      </dsp:txXfrm>
    </dsp:sp>
    <dsp:sp modelId="{6683EC2A-9546-4947-A1ED-6C1938201FD8}">
      <dsp:nvSpPr>
        <dsp:cNvPr id="0" name=""/>
        <dsp:cNvSpPr/>
      </dsp:nvSpPr>
      <dsp:spPr>
        <a:xfrm>
          <a:off x="72422" y="1639710"/>
          <a:ext cx="771639" cy="7716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E7443-94B5-41A1-B9E8-493E28B48E68}">
      <dsp:nvSpPr>
        <dsp:cNvPr id="0" name=""/>
        <dsp:cNvSpPr/>
      </dsp:nvSpPr>
      <dsp:spPr>
        <a:xfrm>
          <a:off x="234466" y="1801754"/>
          <a:ext cx="447551" cy="4475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7EEBC-9C45-4351-BE9F-47630DDE1B30}">
      <dsp:nvSpPr>
        <dsp:cNvPr id="0" name=""/>
        <dsp:cNvSpPr/>
      </dsp:nvSpPr>
      <dsp:spPr>
        <a:xfrm>
          <a:off x="1009413" y="1639710"/>
          <a:ext cx="1818865" cy="771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Délivrer une certification "Entreprise Écoresponsable" pour valoriser leur engagement écologique.</a:t>
          </a:r>
        </a:p>
      </dsp:txBody>
      <dsp:txXfrm>
        <a:off x="1009413" y="1639710"/>
        <a:ext cx="1818865" cy="771639"/>
      </dsp:txXfrm>
    </dsp:sp>
    <dsp:sp modelId="{09F4A343-373C-43ED-AD32-25CC151F6C93}">
      <dsp:nvSpPr>
        <dsp:cNvPr id="0" name=""/>
        <dsp:cNvSpPr/>
      </dsp:nvSpPr>
      <dsp:spPr>
        <a:xfrm>
          <a:off x="3145201" y="1639710"/>
          <a:ext cx="771639" cy="7716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C054E-C157-4F67-B0FB-3A0000DADFCC}">
      <dsp:nvSpPr>
        <dsp:cNvPr id="0" name=""/>
        <dsp:cNvSpPr/>
      </dsp:nvSpPr>
      <dsp:spPr>
        <a:xfrm>
          <a:off x="3307246" y="1801754"/>
          <a:ext cx="447551" cy="4475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A22C3-5442-44B8-BAB3-7B874B3293C3}">
      <dsp:nvSpPr>
        <dsp:cNvPr id="0" name=""/>
        <dsp:cNvSpPr/>
      </dsp:nvSpPr>
      <dsp:spPr>
        <a:xfrm>
          <a:off x="4082192" y="1639710"/>
          <a:ext cx="1818865" cy="771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Organiser des compétitions entre écoles pour récompenser les meilleures initiatives de gestion des déchets.</a:t>
          </a:r>
        </a:p>
      </dsp:txBody>
      <dsp:txXfrm>
        <a:off x="4082192" y="1639710"/>
        <a:ext cx="1818865" cy="771639"/>
      </dsp:txXfrm>
    </dsp:sp>
    <dsp:sp modelId="{4CC909C3-4598-4319-ABDF-B8C1AA1826C7}">
      <dsp:nvSpPr>
        <dsp:cNvPr id="0" name=""/>
        <dsp:cNvSpPr/>
      </dsp:nvSpPr>
      <dsp:spPr>
        <a:xfrm>
          <a:off x="72422" y="3100030"/>
          <a:ext cx="771639" cy="7716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02FB3-7360-4828-AAFA-3A9CA236416F}">
      <dsp:nvSpPr>
        <dsp:cNvPr id="0" name=""/>
        <dsp:cNvSpPr/>
      </dsp:nvSpPr>
      <dsp:spPr>
        <a:xfrm>
          <a:off x="234466" y="3262075"/>
          <a:ext cx="447551" cy="4475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A4009-700A-4A20-9B8B-C4C938FF94ED}">
      <dsp:nvSpPr>
        <dsp:cNvPr id="0" name=""/>
        <dsp:cNvSpPr/>
      </dsp:nvSpPr>
      <dsp:spPr>
        <a:xfrm>
          <a:off x="1009413" y="3100030"/>
          <a:ext cx="1818865" cy="771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Associer les collectivités aux campagnes de sensibilisation, en valorisant leurs efforts dans les médias locaux.</a:t>
          </a:r>
        </a:p>
      </dsp:txBody>
      <dsp:txXfrm>
        <a:off x="1009413" y="3100030"/>
        <a:ext cx="1818865" cy="771639"/>
      </dsp:txXfrm>
    </dsp:sp>
    <dsp:sp modelId="{F5DBC85F-0A9D-4976-B57B-440F8E2C899C}">
      <dsp:nvSpPr>
        <dsp:cNvPr id="0" name=""/>
        <dsp:cNvSpPr/>
      </dsp:nvSpPr>
      <dsp:spPr>
        <a:xfrm>
          <a:off x="3145201" y="3100030"/>
          <a:ext cx="771639" cy="7716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58000-25BA-407B-BC9B-C1C3D25CB39A}">
      <dsp:nvSpPr>
        <dsp:cNvPr id="0" name=""/>
        <dsp:cNvSpPr/>
      </dsp:nvSpPr>
      <dsp:spPr>
        <a:xfrm>
          <a:off x="3307246" y="3262075"/>
          <a:ext cx="447551" cy="44755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7A069-84E3-4705-8C29-A08561CC0983}">
      <dsp:nvSpPr>
        <dsp:cNvPr id="0" name=""/>
        <dsp:cNvSpPr/>
      </dsp:nvSpPr>
      <dsp:spPr>
        <a:xfrm>
          <a:off x="4082192" y="3100030"/>
          <a:ext cx="1818865" cy="771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Travailler ensemble pour promouvoir des campagnes de sensibilisation et d’éducation environnementale avec des ONG et associations écologiques </a:t>
          </a:r>
        </a:p>
      </dsp:txBody>
      <dsp:txXfrm>
        <a:off x="4082192" y="3100030"/>
        <a:ext cx="1818865" cy="7716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8E146-C26D-4966-B9BE-6B499736EE9C}">
      <dsp:nvSpPr>
        <dsp:cNvPr id="0" name=""/>
        <dsp:cNvSpPr/>
      </dsp:nvSpPr>
      <dsp:spPr>
        <a:xfrm>
          <a:off x="1536512" y="1623965"/>
          <a:ext cx="745927" cy="7459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22A01-F23D-46C2-83E3-B87C25ED886D}">
      <dsp:nvSpPr>
        <dsp:cNvPr id="0" name=""/>
        <dsp:cNvSpPr/>
      </dsp:nvSpPr>
      <dsp:spPr>
        <a:xfrm>
          <a:off x="2047" y="2658215"/>
          <a:ext cx="3814856" cy="523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1</a:t>
          </a:r>
          <a:r>
            <a:rPr lang="fr-FR" sz="1100" b="1" kern="1200" noProof="0" dirty="0"/>
            <a:t>. Particuliers et entreprises</a:t>
          </a:r>
          <a:r>
            <a:rPr lang="fr-FR" sz="1100" kern="1200" noProof="0" dirty="0"/>
            <a:t>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 Ménages, PME, commerçant, coiffeurs, banques </a:t>
          </a:r>
        </a:p>
      </dsp:txBody>
      <dsp:txXfrm>
        <a:off x="2047" y="2658215"/>
        <a:ext cx="3814856" cy="523181"/>
      </dsp:txXfrm>
    </dsp:sp>
    <dsp:sp modelId="{60D798BE-7ABD-42EE-A892-B51831C1DE62}">
      <dsp:nvSpPr>
        <dsp:cNvPr id="0" name=""/>
        <dsp:cNvSpPr/>
      </dsp:nvSpPr>
      <dsp:spPr>
        <a:xfrm>
          <a:off x="4803501" y="1657716"/>
          <a:ext cx="745927" cy="74592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B3DFA-9399-4122-A673-06A0D9831EC2}">
      <dsp:nvSpPr>
        <dsp:cNvPr id="0" name=""/>
        <dsp:cNvSpPr/>
      </dsp:nvSpPr>
      <dsp:spPr>
        <a:xfrm>
          <a:off x="4106987" y="2759466"/>
          <a:ext cx="2138956" cy="388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2</a:t>
          </a:r>
          <a:r>
            <a:rPr lang="fr-FR" sz="1100" b="1" kern="1200" noProof="0" dirty="0"/>
            <a:t>. Entreprises de collectes de déchets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noProof="0" dirty="0"/>
            <a:t>ECOTISA, ECO-EBURNIE, Ivoire maintenance… </a:t>
          </a:r>
        </a:p>
      </dsp:txBody>
      <dsp:txXfrm>
        <a:off x="4106987" y="2759466"/>
        <a:ext cx="2138956" cy="388179"/>
      </dsp:txXfrm>
    </dsp:sp>
    <dsp:sp modelId="{D9E93A51-1B2F-407B-AEA3-FC762140BA31}">
      <dsp:nvSpPr>
        <dsp:cNvPr id="0" name=""/>
        <dsp:cNvSpPr/>
      </dsp:nvSpPr>
      <dsp:spPr>
        <a:xfrm>
          <a:off x="7196363" y="1623965"/>
          <a:ext cx="745927" cy="7459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BEF46-8AA1-40D3-A1E2-87C820CDE8DB}">
      <dsp:nvSpPr>
        <dsp:cNvPr id="0" name=""/>
        <dsp:cNvSpPr/>
      </dsp:nvSpPr>
      <dsp:spPr>
        <a:xfrm>
          <a:off x="6536026" y="2658215"/>
          <a:ext cx="2066601" cy="523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3</a:t>
          </a:r>
          <a:r>
            <a:rPr lang="fr-FR" sz="1100" b="1" kern="1200" noProof="0" dirty="0"/>
            <a:t>. Mairie et collectivités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kern="1200" noProof="0" dirty="0"/>
            <a:t>Mairie, conseils régionaux… </a:t>
          </a:r>
        </a:p>
      </dsp:txBody>
      <dsp:txXfrm>
        <a:off x="6536026" y="2658215"/>
        <a:ext cx="2066601" cy="523181"/>
      </dsp:txXfrm>
    </dsp:sp>
    <dsp:sp modelId="{144D63C5-A62C-4352-9E78-6D5EEF6460FC}">
      <dsp:nvSpPr>
        <dsp:cNvPr id="0" name=""/>
        <dsp:cNvSpPr/>
      </dsp:nvSpPr>
      <dsp:spPr>
        <a:xfrm>
          <a:off x="9763937" y="1623965"/>
          <a:ext cx="745927" cy="7459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00155-293D-447B-8084-BF481F95149D}">
      <dsp:nvSpPr>
        <dsp:cNvPr id="0" name=""/>
        <dsp:cNvSpPr/>
      </dsp:nvSpPr>
      <dsp:spPr>
        <a:xfrm>
          <a:off x="8892710" y="2658215"/>
          <a:ext cx="2488381" cy="523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/>
            <a:t>4.Entreprises de Facility, HOTEL et école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noProof="0" dirty="0"/>
            <a:t> IFM , challenges CI, GPFI, HSD, ALPHAMEAD, ONOMO HOTEL, NOOM HOTEL, SEEN HOTEL…</a:t>
          </a:r>
        </a:p>
      </dsp:txBody>
      <dsp:txXfrm>
        <a:off x="8892710" y="2658215"/>
        <a:ext cx="2488381" cy="5231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D7C4A-5A51-4C21-A39D-359B9D3A5847}">
      <dsp:nvSpPr>
        <dsp:cNvPr id="0" name=""/>
        <dsp:cNvSpPr/>
      </dsp:nvSpPr>
      <dsp:spPr>
        <a:xfrm>
          <a:off x="0" y="0"/>
          <a:ext cx="10515600" cy="1255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D8A4F-145F-47EF-826C-188144283390}">
      <dsp:nvSpPr>
        <dsp:cNvPr id="0" name=""/>
        <dsp:cNvSpPr/>
      </dsp:nvSpPr>
      <dsp:spPr>
        <a:xfrm>
          <a:off x="379704" y="286234"/>
          <a:ext cx="691046" cy="6903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33FB9-623F-4A8F-A8B2-71412144A35C}">
      <dsp:nvSpPr>
        <dsp:cNvPr id="0" name=""/>
        <dsp:cNvSpPr/>
      </dsp:nvSpPr>
      <dsp:spPr>
        <a:xfrm>
          <a:off x="1450454" y="3809"/>
          <a:ext cx="8969425" cy="1256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4" tIns="132974" rIns="132974" bIns="1329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1.Coût de fabrication (</a:t>
          </a:r>
          <a:r>
            <a:rPr lang="fr-FR" sz="1400" b="0" kern="1200" noProof="0" dirty="0"/>
            <a:t>par 10</a:t>
          </a:r>
          <a:r>
            <a:rPr lang="fr-FR" sz="1400" b="1" kern="1200" noProof="0" dirty="0"/>
            <a:t>) 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Capteurs et composants électronique : </a:t>
          </a:r>
          <a:r>
            <a:rPr lang="fr-FR" sz="1400" b="1" kern="1200" noProof="0" dirty="0"/>
            <a:t>150.000 XOF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Fabrication et Assemblage :  </a:t>
          </a:r>
          <a:r>
            <a:rPr lang="fr-FR" sz="1400" b="1" kern="1200" noProof="0" dirty="0"/>
            <a:t>150.000 XOF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Alimentation + module Sons + carte SIM : </a:t>
          </a:r>
          <a:r>
            <a:rPr lang="fr-FR" sz="1400" b="1" kern="1200" noProof="0" dirty="0"/>
            <a:t>100.000 XOF</a:t>
          </a:r>
        </a:p>
      </dsp:txBody>
      <dsp:txXfrm>
        <a:off x="1450454" y="3809"/>
        <a:ext cx="8969425" cy="1256447"/>
      </dsp:txXfrm>
    </dsp:sp>
    <dsp:sp modelId="{26F184D2-E9D6-443C-864D-0751B278F292}">
      <dsp:nvSpPr>
        <dsp:cNvPr id="0" name=""/>
        <dsp:cNvSpPr/>
      </dsp:nvSpPr>
      <dsp:spPr>
        <a:xfrm>
          <a:off x="0" y="1547143"/>
          <a:ext cx="10515600" cy="1255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C2999-5E89-49ED-886F-E2F374396DC4}">
      <dsp:nvSpPr>
        <dsp:cNvPr id="0" name=""/>
        <dsp:cNvSpPr/>
      </dsp:nvSpPr>
      <dsp:spPr>
        <a:xfrm>
          <a:off x="379704" y="1829869"/>
          <a:ext cx="691046" cy="6903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D53F3-1BC3-460A-8ABC-61CCDFA43746}">
      <dsp:nvSpPr>
        <dsp:cNvPr id="0" name=""/>
        <dsp:cNvSpPr/>
      </dsp:nvSpPr>
      <dsp:spPr>
        <a:xfrm>
          <a:off x="1450454" y="1547445"/>
          <a:ext cx="8969425" cy="1256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4" tIns="132974" rIns="132974" bIns="1329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2. Marketing + Maintenance + Distribution : </a:t>
          </a:r>
          <a:endParaRPr lang="fr-FR" sz="1400" kern="1200" noProof="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Distribution : </a:t>
          </a:r>
          <a:r>
            <a:rPr lang="fr-FR" sz="1400" b="1" kern="1200" noProof="0" dirty="0"/>
            <a:t>150000 XOF </a:t>
          </a:r>
          <a:r>
            <a:rPr lang="fr-FR" sz="1400" kern="1200" noProof="0" dirty="0"/>
            <a:t>export et local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Maintenance : </a:t>
          </a:r>
          <a:r>
            <a:rPr lang="fr-FR" sz="1400" b="1" kern="1200" noProof="0" dirty="0"/>
            <a:t>5% cout annuel des ventes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Campagne de sensibilisation et marketing : </a:t>
          </a:r>
          <a:r>
            <a:rPr lang="fr-FR" sz="1400" b="1" kern="1200" noProof="0" dirty="0"/>
            <a:t>500.000 XOF</a:t>
          </a:r>
        </a:p>
      </dsp:txBody>
      <dsp:txXfrm>
        <a:off x="1450454" y="1547445"/>
        <a:ext cx="8969425" cy="1256447"/>
      </dsp:txXfrm>
    </dsp:sp>
    <dsp:sp modelId="{6074CE26-6214-47C2-9C1E-4E92CC084273}">
      <dsp:nvSpPr>
        <dsp:cNvPr id="0" name=""/>
        <dsp:cNvSpPr/>
      </dsp:nvSpPr>
      <dsp:spPr>
        <a:xfrm>
          <a:off x="0" y="3091080"/>
          <a:ext cx="10515600" cy="12552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40E54-628A-4C7D-9996-846C44860CD1}">
      <dsp:nvSpPr>
        <dsp:cNvPr id="0" name=""/>
        <dsp:cNvSpPr/>
      </dsp:nvSpPr>
      <dsp:spPr>
        <a:xfrm>
          <a:off x="379704" y="3373505"/>
          <a:ext cx="691046" cy="6903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73FFB-DAE4-400C-8A33-EE64941DDEBF}">
      <dsp:nvSpPr>
        <dsp:cNvPr id="0" name=""/>
        <dsp:cNvSpPr/>
      </dsp:nvSpPr>
      <dsp:spPr>
        <a:xfrm>
          <a:off x="1450454" y="3091080"/>
          <a:ext cx="8969425" cy="1256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4" tIns="132974" rIns="132974" bIns="1329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noProof="0" dirty="0"/>
            <a:t>3. Autre coût 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Salaire équipe et charge fixe : (équipe 5 personnes) : 10 à 20 millions F CFA/an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Recherche et développement : 2 à 4 millions/an</a:t>
          </a:r>
        </a:p>
      </dsp:txBody>
      <dsp:txXfrm>
        <a:off x="1450454" y="3091080"/>
        <a:ext cx="8969425" cy="125644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09D22-D717-416C-93CD-51E0CBF47E5B}">
      <dsp:nvSpPr>
        <dsp:cNvPr id="0" name=""/>
        <dsp:cNvSpPr/>
      </dsp:nvSpPr>
      <dsp:spPr>
        <a:xfrm>
          <a:off x="2859004" y="1060017"/>
          <a:ext cx="6270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7076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6100" y="1102449"/>
        <a:ext cx="32883" cy="6576"/>
      </dsp:txXfrm>
    </dsp:sp>
    <dsp:sp modelId="{F9AB074E-86EA-43C2-8CBD-C0D28E4FAA72}">
      <dsp:nvSpPr>
        <dsp:cNvPr id="0" name=""/>
        <dsp:cNvSpPr/>
      </dsp:nvSpPr>
      <dsp:spPr>
        <a:xfrm>
          <a:off x="1339" y="247898"/>
          <a:ext cx="2859464" cy="17156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116" tIns="147077" rIns="140116" bIns="14707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noProof="0"/>
            <a:t>1. Vente directe des unités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/>
            <a:t>Prix de vente estimée en fonction du modèle capacité et fonctionnalités</a:t>
          </a:r>
          <a:endParaRPr lang="fr-FR" sz="1200" b="1" kern="1200" noProof="0"/>
        </a:p>
      </dsp:txBody>
      <dsp:txXfrm>
        <a:off x="1339" y="247898"/>
        <a:ext cx="2859464" cy="1715678"/>
      </dsp:txXfrm>
    </dsp:sp>
    <dsp:sp modelId="{675CE6EE-B2AE-45B9-B2ED-2C07BA1F6C96}">
      <dsp:nvSpPr>
        <dsp:cNvPr id="0" name=""/>
        <dsp:cNvSpPr/>
      </dsp:nvSpPr>
      <dsp:spPr>
        <a:xfrm>
          <a:off x="1431071" y="1961777"/>
          <a:ext cx="3517141" cy="627076"/>
        </a:xfrm>
        <a:custGeom>
          <a:avLst/>
          <a:gdLst/>
          <a:ahLst/>
          <a:cxnLst/>
          <a:rect l="0" t="0" r="0" b="0"/>
          <a:pathLst>
            <a:path>
              <a:moveTo>
                <a:pt x="3517141" y="0"/>
              </a:moveTo>
              <a:lnTo>
                <a:pt x="3517141" y="330638"/>
              </a:lnTo>
              <a:lnTo>
                <a:pt x="0" y="330638"/>
              </a:lnTo>
              <a:lnTo>
                <a:pt x="0" y="627076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0189" y="2272027"/>
        <a:ext cx="178905" cy="6576"/>
      </dsp:txXfrm>
    </dsp:sp>
    <dsp:sp modelId="{81C85FCC-4B63-47E3-A68E-D07713F530E0}">
      <dsp:nvSpPr>
        <dsp:cNvPr id="0" name=""/>
        <dsp:cNvSpPr/>
      </dsp:nvSpPr>
      <dsp:spPr>
        <a:xfrm>
          <a:off x="3518480" y="247898"/>
          <a:ext cx="2859464" cy="17156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116" tIns="147077" rIns="140116" bIns="14707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noProof="0"/>
            <a:t>2. Services associés : </a:t>
          </a:r>
          <a:endParaRPr lang="fr-FR" sz="1200" kern="1200" noProof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/>
            <a:t>Commission sur vente de plastique vendus par les particuliers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noProof="0"/>
            <a:t>Contrats de maintenance périodique : </a:t>
          </a:r>
          <a:r>
            <a:rPr lang="fr-FR" sz="1200" b="1" kern="1200" noProof="0"/>
            <a:t>15000 XOF à 25.000 XOF par unité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noProof="0"/>
            <a:t>Conseils et consultance auprès des entreprises sur le gestion des déchets</a:t>
          </a:r>
          <a:endParaRPr lang="fr-FR" sz="1200" b="1" kern="1200" noProof="0"/>
        </a:p>
      </dsp:txBody>
      <dsp:txXfrm>
        <a:off x="3518480" y="247898"/>
        <a:ext cx="2859464" cy="1715678"/>
      </dsp:txXfrm>
    </dsp:sp>
    <dsp:sp modelId="{BDF33461-624C-4226-B10E-C5A1BE895765}">
      <dsp:nvSpPr>
        <dsp:cNvPr id="0" name=""/>
        <dsp:cNvSpPr/>
      </dsp:nvSpPr>
      <dsp:spPr>
        <a:xfrm>
          <a:off x="1339" y="2621253"/>
          <a:ext cx="2859464" cy="17156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116" tIns="147077" rIns="140116" bIns="14707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noProof="0" dirty="0"/>
            <a:t>3. Partenariats et subventions: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noProof="0" dirty="0"/>
            <a:t>Collaboration avec les municipalités pour équiper les rues (achat en lots).
Subventions </a:t>
          </a:r>
          <a:r>
            <a:rPr lang="fr-FR" sz="1400" b="0" kern="1200" noProof="0" dirty="0"/>
            <a:t>écologiques</a:t>
          </a:r>
          <a:r>
            <a:rPr lang="fr-FR" sz="1200" b="0" kern="1200" noProof="0" dirty="0"/>
            <a:t> ou concours d'innovation pour financer des campagnes de production.</a:t>
          </a:r>
        </a:p>
      </dsp:txBody>
      <dsp:txXfrm>
        <a:off x="1339" y="2621253"/>
        <a:ext cx="2859464" cy="1715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58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727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55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88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36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690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77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4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57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24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145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49E07-FE67-44ED-93D0-B4B98767C145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894B-4AF2-46BC-8B56-450E8B605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59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1.png"/><Relationship Id="rId7" Type="http://schemas.openxmlformats.org/officeDocument/2006/relationships/image" Target="../media/image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8.png"/><Relationship Id="rId4" Type="http://schemas.openxmlformats.org/officeDocument/2006/relationships/image" Target="../media/image22.sv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5" name="Rectangle 174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rgbClr val="000000"/>
              </a:solidFill>
            </a:endParaRPr>
          </a:p>
        </p:txBody>
      </p:sp>
      <p:pic>
        <p:nvPicPr>
          <p:cNvPr id="5" name="Image 4" descr="Une image contenant plante d’intérieur, intérieur, plante, s’asseoir&#10;&#10;Description générée automatiquement">
            <a:extLst>
              <a:ext uri="{FF2B5EF4-FFF2-40B4-BE49-F238E27FC236}">
                <a16:creationId xmlns:a16="http://schemas.microsoft.com/office/drawing/2014/main" id="{0EF1AC11-9045-7E0E-9510-65591C9868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2014"/>
          <a:stretch/>
        </p:blipFill>
        <p:spPr>
          <a:xfrm>
            <a:off x="-4084" y="10"/>
            <a:ext cx="6099050" cy="6857990"/>
          </a:xfrm>
          <a:prstGeom prst="rect">
            <a:avLst/>
          </a:prstGeom>
        </p:spPr>
      </p:pic>
      <p:pic>
        <p:nvPicPr>
          <p:cNvPr id="10" name="Image 9" descr="Une image contenant Graphique, graphisme, Police, dessin humoristique&#10;&#10;Description générée automatiquement">
            <a:extLst>
              <a:ext uri="{FF2B5EF4-FFF2-40B4-BE49-F238E27FC236}">
                <a16:creationId xmlns:a16="http://schemas.microsoft.com/office/drawing/2014/main" id="{FA90D635-09AB-7239-6192-4DCFB8A9DB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8" r="-8261"/>
          <a:stretch/>
        </p:blipFill>
        <p:spPr>
          <a:xfrm>
            <a:off x="9578716" y="248096"/>
            <a:ext cx="2398426" cy="855529"/>
          </a:xfrm>
          <a:prstGeom prst="rect">
            <a:avLst/>
          </a:prstGeom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96E98BB9-308B-2BA3-775C-C28E68E7E2F2}"/>
              </a:ext>
            </a:extLst>
          </p:cNvPr>
          <p:cNvSpPr txBox="1">
            <a:spLocks/>
          </p:cNvSpPr>
          <p:nvPr/>
        </p:nvSpPr>
        <p:spPr>
          <a:xfrm>
            <a:off x="1198181" y="1122363"/>
            <a:ext cx="9795637" cy="22158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fr-FR" sz="5200" kern="1200" noProof="0" dirty="0">
                <a:solidFill>
                  <a:srgbClr val="FFFFFF"/>
                </a:solidFill>
                <a:latin typeface="Trebuchet MS" panose="020B0603020202020204" pitchFamily="34" charset="0"/>
                <a:ea typeface="+mj-ea"/>
                <a:cs typeface="+mj-cs"/>
              </a:rPr>
              <a:t>Poubelle intelligente Ecobin+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D4197BFE-6B14-C9D6-68BF-3CCE4F911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416" y="3519754"/>
            <a:ext cx="7635268" cy="6423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kern="1200" noProof="0" dirty="0">
                <a:solidFill>
                  <a:srgbClr val="FFFFFF"/>
                </a:solidFill>
                <a:latin typeface="Trebuchet MS" panose="020B0603020202020204" pitchFamily="34" charset="0"/>
              </a:rPr>
              <a:t>Concrétisation et Développement du MVP</a:t>
            </a:r>
          </a:p>
        </p:txBody>
      </p:sp>
    </p:spTree>
    <p:extLst>
      <p:ext uri="{BB962C8B-B14F-4D97-AF65-F5344CB8AC3E}">
        <p14:creationId xmlns:p14="http://schemas.microsoft.com/office/powerpoint/2010/main" val="252068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noProof="0" dirty="0"/>
          </a:p>
        </p:txBody>
      </p:sp>
      <p:pic>
        <p:nvPicPr>
          <p:cNvPr id="3" name="Image 2" descr="Une image contenant texte, plante d’intérieur, vase, conception&#10;&#10;Description générée automatiquement">
            <a:extLst>
              <a:ext uri="{FF2B5EF4-FFF2-40B4-BE49-F238E27FC236}">
                <a16:creationId xmlns:a16="http://schemas.microsoft.com/office/drawing/2014/main" id="{4C980BA6-EFFE-58FB-7EE5-F67FFD981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6277170A-3E02-C40D-31CC-55459488C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23" y="5835650"/>
            <a:ext cx="1812967" cy="102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6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2DFB0-0278-ECE2-6A23-45FE9B78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17439E6E-EA2A-65BE-7FAA-89F6A438B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99847A4-06CF-5325-1432-12A96775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2705100"/>
            <a:ext cx="3602736" cy="1130300"/>
          </a:xfrm>
        </p:spPr>
        <p:txBody>
          <a:bodyPr>
            <a:normAutofit fontScale="90000"/>
          </a:bodyPr>
          <a:lstStyle/>
          <a:p>
            <a:r>
              <a:rPr lang="fr-FR" sz="3600" b="1" noProof="0" dirty="0">
                <a:effectLst/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Fonctionnalités du MVP</a:t>
            </a:r>
            <a:br>
              <a:rPr lang="fr-FR" sz="3600" b="1" noProof="0" dirty="0">
                <a:effectLst/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</a:br>
            <a:endParaRPr lang="fr-FR" sz="3600" b="1" noProof="0" dirty="0"/>
          </a:p>
        </p:txBody>
      </p:sp>
      <p:graphicFrame>
        <p:nvGraphicFramePr>
          <p:cNvPr id="24" name="Espace réservé du contenu 2">
            <a:extLst>
              <a:ext uri="{FF2B5EF4-FFF2-40B4-BE49-F238E27FC236}">
                <a16:creationId xmlns:a16="http://schemas.microsoft.com/office/drawing/2014/main" id="{EB6FA3EE-7FC4-C431-9D2C-77BC597A5C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0796248"/>
              </p:ext>
            </p:extLst>
          </p:nvPr>
        </p:nvGraphicFramePr>
        <p:xfrm>
          <a:off x="4722336" y="512759"/>
          <a:ext cx="6945408" cy="5677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611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001AFEA-2442-4A9F-BA37-8C469F30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12F29-95E0-4826-92FB-9E78B98F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29" y="2793726"/>
            <a:ext cx="4729198" cy="16248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3200" b="1" kern="1200" noProof="0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Prototypes interactifs</a:t>
            </a:r>
            <a:br>
              <a:rPr lang="fr-FR" sz="3200" b="1" kern="1200" noProof="0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</a:br>
            <a:r>
              <a:rPr lang="fr-FR" sz="2800" kern="1200" noProof="0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Application Mobile</a:t>
            </a:r>
            <a:br>
              <a:rPr lang="fr-FR" sz="3200" b="1" kern="1200" noProof="0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</a:br>
            <a:endParaRPr lang="fr-FR" sz="3200" b="1" kern="1200" noProof="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noProof="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noProof="0" dirty="0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0C540433-B235-4E8F-B7AD-D349FA5F1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pic>
        <p:nvPicPr>
          <p:cNvPr id="1026" name="Picture 2" descr="Poubelle - Icônes gratuites">
            <a:extLst>
              <a:ext uri="{FF2B5EF4-FFF2-40B4-BE49-F238E27FC236}">
                <a16:creationId xmlns:a16="http://schemas.microsoft.com/office/drawing/2014/main" id="{98C9D834-4D85-C4ED-D943-0A407A8BB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86" t="39499"/>
          <a:stretch/>
        </p:blipFill>
        <p:spPr bwMode="auto">
          <a:xfrm>
            <a:off x="10455639" y="104931"/>
            <a:ext cx="549912" cy="3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Poubelle - Icônes gratuites">
            <a:extLst>
              <a:ext uri="{FF2B5EF4-FFF2-40B4-BE49-F238E27FC236}">
                <a16:creationId xmlns:a16="http://schemas.microsoft.com/office/drawing/2014/main" id="{D7654ADE-7239-CCC9-3D4F-F0284F2F8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103" y="4599275"/>
            <a:ext cx="764383" cy="76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oubelle - Icônes gratuites">
            <a:extLst>
              <a:ext uri="{FF2B5EF4-FFF2-40B4-BE49-F238E27FC236}">
                <a16:creationId xmlns:a16="http://schemas.microsoft.com/office/drawing/2014/main" id="{0EC08076-9302-C4C3-DD00-930741CD5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15940">
            <a:off x="8868098" y="2270043"/>
            <a:ext cx="764383" cy="76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Poubelle - Icônes gratuites">
            <a:extLst>
              <a:ext uri="{FF2B5EF4-FFF2-40B4-BE49-F238E27FC236}">
                <a16:creationId xmlns:a16="http://schemas.microsoft.com/office/drawing/2014/main" id="{4B63EA69-07B4-F42D-EE32-C02A79226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0779">
            <a:off x="7647086" y="5647526"/>
            <a:ext cx="991800" cy="9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Poubelle - Icônes gratuites">
            <a:extLst>
              <a:ext uri="{FF2B5EF4-FFF2-40B4-BE49-F238E27FC236}">
                <a16:creationId xmlns:a16="http://schemas.microsoft.com/office/drawing/2014/main" id="{F113460D-2AC8-7020-13B3-48396F3A0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4093">
            <a:off x="7137836" y="-29804"/>
            <a:ext cx="991800" cy="9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ymbole de recyclage - Icônes flèches gratuites">
            <a:extLst>
              <a:ext uri="{FF2B5EF4-FFF2-40B4-BE49-F238E27FC236}">
                <a16:creationId xmlns:a16="http://schemas.microsoft.com/office/drawing/2014/main" id="{842A6572-4872-D2D3-3C52-31222E8BC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950" y="1536608"/>
            <a:ext cx="509550" cy="5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Symbole de recyclage - Icônes flèches gratuites">
            <a:extLst>
              <a:ext uri="{FF2B5EF4-FFF2-40B4-BE49-F238E27FC236}">
                <a16:creationId xmlns:a16="http://schemas.microsoft.com/office/drawing/2014/main" id="{DFBA466B-96E2-FA77-0E1A-986A8AB81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693" y="2040264"/>
            <a:ext cx="509550" cy="5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Symbole de recyclage - Icônes flèches gratuites">
            <a:extLst>
              <a:ext uri="{FF2B5EF4-FFF2-40B4-BE49-F238E27FC236}">
                <a16:creationId xmlns:a16="http://schemas.microsoft.com/office/drawing/2014/main" id="{AD250394-7886-E3F2-E7FD-C4ECFF44A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088" y="5932063"/>
            <a:ext cx="509550" cy="5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44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56918-FF45-45D3-F7A1-D623733E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C83CD6-B34C-C8BD-9CD2-6C61CDEA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31" y="1957890"/>
            <a:ext cx="4385187" cy="27216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3200" b="1" noProof="0" dirty="0">
                <a:effectLst/>
                <a:latin typeface="Trebuchet MS" panose="020B0603020202020204" pitchFamily="34" charset="0"/>
              </a:rPr>
              <a:t>Interface Accueil</a:t>
            </a:r>
            <a:br>
              <a:rPr lang="fr-FR" sz="3200" b="1" noProof="0" dirty="0">
                <a:effectLst/>
                <a:latin typeface="Trebuchet MS" panose="020B0603020202020204" pitchFamily="34" charset="0"/>
              </a:rPr>
            </a:br>
            <a:r>
              <a:rPr lang="fr-FR" sz="2000" noProof="0" dirty="0"/>
              <a:t>Visualisation des états de la poubelle</a:t>
            </a:r>
            <a:br>
              <a:rPr lang="fr-FR" sz="2000" noProof="0" dirty="0"/>
            </a:br>
            <a:r>
              <a:rPr lang="fr-FR" sz="2000" noProof="0" dirty="0"/>
              <a:t>Niveau de remplissage</a:t>
            </a:r>
            <a:br>
              <a:rPr lang="fr-FR" sz="2000" noProof="0" dirty="0"/>
            </a:br>
            <a:r>
              <a:rPr lang="fr-FR" sz="2000" noProof="0" dirty="0"/>
              <a:t>Ajouter une nouvelle poubelle</a:t>
            </a:r>
            <a:br>
              <a:rPr lang="fr-FR" sz="2000" noProof="0" dirty="0"/>
            </a:br>
            <a:r>
              <a:rPr lang="fr-FR" sz="2000" noProof="0" dirty="0"/>
              <a:t>Voir son empreinte carbone</a:t>
            </a:r>
            <a:br>
              <a:rPr lang="fr-FR" sz="2000" noProof="0" dirty="0">
                <a:latin typeface="Trebuchet MS" panose="020B0603020202020204" pitchFamily="34" charset="0"/>
              </a:rPr>
            </a:br>
            <a:br>
              <a:rPr lang="fr-FR" sz="2000" b="1" noProof="0" dirty="0">
                <a:latin typeface="Trebuchet MS" panose="020B0603020202020204" pitchFamily="34" charset="0"/>
              </a:rPr>
            </a:br>
            <a:br>
              <a:rPr lang="fr-FR" sz="2000" b="1" noProof="0" dirty="0">
                <a:latin typeface="Trebuchet MS" panose="020B0603020202020204" pitchFamily="34" charset="0"/>
              </a:rPr>
            </a:br>
            <a:endParaRPr lang="fr-FR" sz="3200" b="1" noProof="0" dirty="0">
              <a:latin typeface="Trebuchet MS" panose="020B0603020202020204" pitchFamily="34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8A99082C-DFB7-4A76-AEF9-CC7776D1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89928" y="1"/>
            <a:ext cx="7602071" cy="484093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pic>
        <p:nvPicPr>
          <p:cNvPr id="15" name="Image 14" descr="Une image contenant texte, capture d’écran, Téléphone mobile&#10;&#10;Description générée automatiquement">
            <a:extLst>
              <a:ext uri="{FF2B5EF4-FFF2-40B4-BE49-F238E27FC236}">
                <a16:creationId xmlns:a16="http://schemas.microsoft.com/office/drawing/2014/main" id="{1E71B76D-5C23-F119-2BCD-6F14F5B9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708" y="271886"/>
            <a:ext cx="3150692" cy="6333049"/>
          </a:xfrm>
          <a:prstGeom prst="rect">
            <a:avLst/>
          </a:prstGeom>
        </p:spPr>
      </p:pic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35CD886-02A5-44BE-B07A-B120E39D7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04329"/>
            <a:ext cx="10680562" cy="1353672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760E0327-988C-E944-9165-AEC2141D2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pic>
        <p:nvPicPr>
          <p:cNvPr id="17" name="Image 16" descr="Une image contenant texte, capture d’écran, Téléphone mobile, gadget&#10;&#10;Description générée automatiquement">
            <a:extLst>
              <a:ext uri="{FF2B5EF4-FFF2-40B4-BE49-F238E27FC236}">
                <a16:creationId xmlns:a16="http://schemas.microsoft.com/office/drawing/2014/main" id="{1CD1FD7C-8A0D-686B-EDA0-A6A560553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810" y="271886"/>
            <a:ext cx="3431966" cy="638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5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6DEF-1158-78F8-BAC6-49D7BD17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BF0CD-4962-68D1-A930-D18F8F0E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74" y="2068157"/>
            <a:ext cx="4385187" cy="323536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fr-FR" sz="3200" b="1" noProof="0" dirty="0">
                <a:effectLst/>
                <a:latin typeface="Trebuchet MS" panose="020B0603020202020204" pitchFamily="34" charset="0"/>
              </a:rPr>
              <a:t>Interface Vue et Poubelle</a:t>
            </a:r>
            <a:br>
              <a:rPr lang="fr-FR" sz="3200" b="1" noProof="0" dirty="0">
                <a:effectLst/>
                <a:latin typeface="Trebuchet MS" panose="020B0603020202020204" pitchFamily="34" charset="0"/>
              </a:rPr>
            </a:br>
            <a:r>
              <a:rPr lang="fr-FR" sz="2000" noProof="0" dirty="0"/>
              <a:t>Visualisation des données de la poubelle</a:t>
            </a:r>
            <a:br>
              <a:rPr lang="fr-FR" sz="2000" noProof="0" dirty="0"/>
            </a:br>
            <a:r>
              <a:rPr lang="fr-FR" sz="2000" noProof="0" dirty="0"/>
              <a:t>Quantité de déchets recyclés</a:t>
            </a:r>
            <a:br>
              <a:rPr lang="fr-FR" sz="2000" noProof="0" dirty="0"/>
            </a:br>
            <a:r>
              <a:rPr lang="fr-FR" sz="2000" noProof="0" dirty="0"/>
              <a:t>Historique de collecte et vidange</a:t>
            </a:r>
            <a:br>
              <a:rPr lang="fr-FR" sz="2000" noProof="0" dirty="0"/>
            </a:br>
            <a:r>
              <a:rPr lang="fr-FR" sz="2000" noProof="0" dirty="0"/>
              <a:t>Voir son empreinte carbone</a:t>
            </a:r>
            <a:br>
              <a:rPr lang="fr-FR" sz="2000" noProof="0" dirty="0"/>
            </a:br>
            <a:r>
              <a:rPr lang="fr-FR" sz="2000" noProof="0" dirty="0"/>
              <a:t>Localiser sa poubelle</a:t>
            </a:r>
            <a:br>
              <a:rPr lang="fr-FR" sz="2000" noProof="0" dirty="0"/>
            </a:br>
            <a:r>
              <a:rPr lang="fr-FR" sz="2000" noProof="0" dirty="0"/>
              <a:t>Ajouter d’autres poubelles</a:t>
            </a:r>
            <a:br>
              <a:rPr lang="fr-FR" sz="2000" noProof="0" dirty="0">
                <a:latin typeface="Trebuchet MS" panose="020B0603020202020204" pitchFamily="34" charset="0"/>
              </a:rPr>
            </a:br>
            <a:br>
              <a:rPr lang="fr-FR" sz="2000" b="1" noProof="0" dirty="0">
                <a:latin typeface="Trebuchet MS" panose="020B0603020202020204" pitchFamily="34" charset="0"/>
              </a:rPr>
            </a:br>
            <a:br>
              <a:rPr lang="fr-FR" sz="2000" b="1" noProof="0" dirty="0">
                <a:latin typeface="Trebuchet MS" panose="020B0603020202020204" pitchFamily="34" charset="0"/>
              </a:rPr>
            </a:br>
            <a:endParaRPr lang="fr-FR" sz="3200" b="1" noProof="0" dirty="0">
              <a:latin typeface="Trebuchet MS" panose="020B0603020202020204" pitchFamily="34" charset="0"/>
            </a:endParaRP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B884F0EA-709E-6211-3FA9-45D4F1B81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pic>
        <p:nvPicPr>
          <p:cNvPr id="3" name="Image 2" descr="Une image contenant Téléphone mobile, capture d’écran, Appareil de communication, Appareil mobile&#10;&#10;Description générée automatiquement">
            <a:extLst>
              <a:ext uri="{FF2B5EF4-FFF2-40B4-BE49-F238E27FC236}">
                <a16:creationId xmlns:a16="http://schemas.microsoft.com/office/drawing/2014/main" id="{27979B7C-04ED-42D7-73DF-C9001C7D4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883" y="142875"/>
            <a:ext cx="3448050" cy="6572250"/>
          </a:xfrm>
          <a:prstGeom prst="rect">
            <a:avLst/>
          </a:prstGeom>
        </p:spPr>
      </p:pic>
      <p:pic>
        <p:nvPicPr>
          <p:cNvPr id="5" name="Image 4" descr="Une image contenant carte, capture d’écran, Téléphone mobile, Appareil de communication&#10;&#10;Description générée automatiquement">
            <a:extLst>
              <a:ext uri="{FF2B5EF4-FFF2-40B4-BE49-F238E27FC236}">
                <a16:creationId xmlns:a16="http://schemas.microsoft.com/office/drawing/2014/main" id="{67CE9396-C321-994B-4A21-DAF325790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147" y="-39873"/>
            <a:ext cx="3484259" cy="67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6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FDFEF-6F11-12F3-968D-121F69B3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13BA9-B970-8EF8-766A-A499F80D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31" y="1957890"/>
            <a:ext cx="4385187" cy="272168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fr-FR" sz="3200" b="1" noProof="0" dirty="0">
                <a:effectLst/>
                <a:latin typeface="Trebuchet MS" panose="020B0603020202020204" pitchFamily="34" charset="0"/>
              </a:rPr>
              <a:t>Interface Recycle</a:t>
            </a:r>
            <a:br>
              <a:rPr lang="fr-FR" sz="3200" b="1" noProof="0" dirty="0">
                <a:effectLst/>
                <a:latin typeface="Trebuchet MS" panose="020B0603020202020204" pitchFamily="34" charset="0"/>
              </a:rPr>
            </a:br>
            <a:r>
              <a:rPr lang="fr-FR" sz="2000" noProof="0" dirty="0"/>
              <a:t>Astuce écologique et conseil </a:t>
            </a:r>
            <a:br>
              <a:rPr lang="fr-FR" sz="2000" noProof="0" dirty="0"/>
            </a:br>
            <a:r>
              <a:rPr lang="fr-FR" sz="2000" noProof="0" dirty="0"/>
              <a:t>Estimation cout déchets collectés</a:t>
            </a:r>
            <a:br>
              <a:rPr lang="fr-FR" sz="2000" noProof="0" dirty="0"/>
            </a:br>
            <a:r>
              <a:rPr lang="fr-FR" sz="2000" noProof="0" dirty="0"/>
              <a:t>Vendre ses déchets recyclés via réseau</a:t>
            </a:r>
            <a:r>
              <a:rPr lang="fr-FR" sz="2000" dirty="0"/>
              <a:t> de partenaires</a:t>
            </a:r>
            <a:br>
              <a:rPr lang="fr-FR" sz="2000" noProof="0" dirty="0"/>
            </a:br>
            <a:br>
              <a:rPr lang="fr-FR" sz="2000" noProof="0" dirty="0">
                <a:latin typeface="Trebuchet MS" panose="020B0603020202020204" pitchFamily="34" charset="0"/>
              </a:rPr>
            </a:br>
            <a:br>
              <a:rPr lang="fr-FR" sz="2000" b="1" noProof="0" dirty="0">
                <a:latin typeface="Trebuchet MS" panose="020B0603020202020204" pitchFamily="34" charset="0"/>
              </a:rPr>
            </a:br>
            <a:br>
              <a:rPr lang="fr-FR" sz="2000" b="1" noProof="0" dirty="0">
                <a:latin typeface="Trebuchet MS" panose="020B0603020202020204" pitchFamily="34" charset="0"/>
              </a:rPr>
            </a:br>
            <a:endParaRPr lang="fr-FR" sz="3200" b="1" noProof="0" dirty="0">
              <a:latin typeface="Trebuchet MS" panose="020B0603020202020204" pitchFamily="34" charset="0"/>
            </a:endParaRP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49906202-8402-AA52-7210-3D6DE28D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pic>
        <p:nvPicPr>
          <p:cNvPr id="11" name="Image 10" descr="Une image contenant Téléphone mobile, texte, Visage humain, Appareil mobile&#10;&#10;Description générée automatiquement">
            <a:extLst>
              <a:ext uri="{FF2B5EF4-FFF2-40B4-BE49-F238E27FC236}">
                <a16:creationId xmlns:a16="http://schemas.microsoft.com/office/drawing/2014/main" id="{E47FAE4F-E3CC-1B20-A744-CCA41495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318" y="-1"/>
            <a:ext cx="3484259" cy="6822121"/>
          </a:xfrm>
          <a:prstGeom prst="rect">
            <a:avLst/>
          </a:prstGeom>
        </p:spPr>
      </p:pic>
      <p:pic>
        <p:nvPicPr>
          <p:cNvPr id="7" name="Image 6" descr="Une image contenant texte, Téléphone mobile, Appareil mobile, capture d’écran&#10;&#10;Description générée automatiquement">
            <a:extLst>
              <a:ext uri="{FF2B5EF4-FFF2-40B4-BE49-F238E27FC236}">
                <a16:creationId xmlns:a16="http://schemas.microsoft.com/office/drawing/2014/main" id="{C77270FE-3A16-2605-A39A-3DD471FFC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003" y="-2"/>
            <a:ext cx="3587319" cy="683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0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8CD4E-B4C2-A939-5A54-3944271F9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219F01-3781-8642-3EA2-8D049CFB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fr-FR" sz="2800" b="1" noProof="0" dirty="0"/>
              <a:t>Technologies utilisées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767C2D87-70AD-84BC-B6C4-B309D7E50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graphicFrame>
        <p:nvGraphicFramePr>
          <p:cNvPr id="24" name="Espace réservé du contenu 2">
            <a:extLst>
              <a:ext uri="{FF2B5EF4-FFF2-40B4-BE49-F238E27FC236}">
                <a16:creationId xmlns:a16="http://schemas.microsoft.com/office/drawing/2014/main" id="{2CA6600E-80B3-8721-C148-4943EBFC2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707594"/>
              </p:ext>
            </p:extLst>
          </p:nvPr>
        </p:nvGraphicFramePr>
        <p:xfrm>
          <a:off x="4270787" y="1645920"/>
          <a:ext cx="7083014" cy="4531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76B6D88E-EC32-7A0C-FCC3-AAFC0D573CA1}"/>
              </a:ext>
            </a:extLst>
          </p:cNvPr>
          <p:cNvSpPr txBox="1">
            <a:spLocks/>
          </p:cNvSpPr>
          <p:nvPr/>
        </p:nvSpPr>
        <p:spPr>
          <a:xfrm>
            <a:off x="386317" y="2766218"/>
            <a:ext cx="37886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/>
              <a:t>Électroniques embarqués </a:t>
            </a:r>
          </a:p>
        </p:txBody>
      </p:sp>
    </p:spTree>
    <p:extLst>
      <p:ext uri="{BB962C8B-B14F-4D97-AF65-F5344CB8AC3E}">
        <p14:creationId xmlns:p14="http://schemas.microsoft.com/office/powerpoint/2010/main" val="164169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443E-A627-721D-4F3C-2402F82BB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FF5A66D-F1B4-5EDB-5A1F-36DFEDC23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Technologies </a:t>
            </a:r>
            <a:r>
              <a:rPr lang="en-US" sz="28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utilisées</a:t>
            </a:r>
            <a:endParaRPr lang="en-US" sz="2800" b="1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A82037A-28A0-E28E-467C-8E192A1E2FEA}"/>
              </a:ext>
            </a:extLst>
          </p:cNvPr>
          <p:cNvSpPr txBox="1">
            <a:spLocks/>
          </p:cNvSpPr>
          <p:nvPr/>
        </p:nvSpPr>
        <p:spPr>
          <a:xfrm>
            <a:off x="386317" y="2766218"/>
            <a:ext cx="26728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2800" b="1" dirty="0"/>
              <a:t>WEB et MOBILE 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10BCB7D3-AE7D-FDCB-D876-8A4821F35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graphicFrame>
        <p:nvGraphicFramePr>
          <p:cNvPr id="24" name="Espace réservé du contenu 2">
            <a:extLst>
              <a:ext uri="{FF2B5EF4-FFF2-40B4-BE49-F238E27FC236}">
                <a16:creationId xmlns:a16="http://schemas.microsoft.com/office/drawing/2014/main" id="{7CA8408F-47DE-0F2B-4E93-C276C92BF2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061481"/>
              </p:ext>
            </p:extLst>
          </p:nvPr>
        </p:nvGraphicFramePr>
        <p:xfrm>
          <a:off x="4765638" y="2022439"/>
          <a:ext cx="6588162" cy="4154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015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41C35-EBF8-43D2-E15F-7E439A4E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180477-D3B3-6A49-5821-ED9C3C3A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Technologies </a:t>
            </a:r>
            <a:r>
              <a:rPr lang="en-US" sz="28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utilisées</a:t>
            </a:r>
            <a:endParaRPr lang="en-US" sz="2800" b="1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7B01884-DB50-344D-6E49-96385D1FAA21}"/>
              </a:ext>
            </a:extLst>
          </p:cNvPr>
          <p:cNvSpPr txBox="1">
            <a:spLocks/>
          </p:cNvSpPr>
          <p:nvPr/>
        </p:nvSpPr>
        <p:spPr>
          <a:xfrm>
            <a:off x="386317" y="2766218"/>
            <a:ext cx="32282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2800" b="1" dirty="0"/>
              <a:t>Conception PCB et </a:t>
            </a:r>
            <a:r>
              <a:rPr lang="fr-FR" sz="2800" b="1" dirty="0" err="1"/>
              <a:t>Mockup</a:t>
            </a:r>
            <a:r>
              <a:rPr lang="fr-FR" sz="2800" b="1" dirty="0"/>
              <a:t> produit 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8B56360E-AF60-679C-E432-F68DE5597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graphicFrame>
        <p:nvGraphicFramePr>
          <p:cNvPr id="24" name="Espace réservé du contenu 2">
            <a:extLst>
              <a:ext uri="{FF2B5EF4-FFF2-40B4-BE49-F238E27FC236}">
                <a16:creationId xmlns:a16="http://schemas.microsoft.com/office/drawing/2014/main" id="{8353F57A-E071-8F46-A6F3-2D9A311A3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3001753"/>
              </p:ext>
            </p:extLst>
          </p:nvPr>
        </p:nvGraphicFramePr>
        <p:xfrm>
          <a:off x="5443369" y="1805056"/>
          <a:ext cx="5910431" cy="4371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7046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7250A-3CBC-2A25-6C4E-6F74FF61A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8C7D8E8-EDE5-5F3F-C79C-53B9ABF76A80}"/>
              </a:ext>
            </a:extLst>
          </p:cNvPr>
          <p:cNvSpPr txBox="1">
            <a:spLocks/>
          </p:cNvSpPr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 de Maintenance et suivi de la performance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4EFBFDA8-8949-3CC4-9298-F737609B3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6" y="5826507"/>
            <a:ext cx="1812967" cy="1022349"/>
          </a:xfrm>
          <a:prstGeom prst="rect">
            <a:avLst/>
          </a:prstGeom>
        </p:spPr>
      </p:pic>
      <p:graphicFrame>
        <p:nvGraphicFramePr>
          <p:cNvPr id="24" name="Espace réservé du contenu 2">
            <a:extLst>
              <a:ext uri="{FF2B5EF4-FFF2-40B4-BE49-F238E27FC236}">
                <a16:creationId xmlns:a16="http://schemas.microsoft.com/office/drawing/2014/main" id="{F366A8F7-30B7-76BA-2D82-04BEC083F9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2559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9118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A132C804-8209-594B-7EC1-E64520983F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" r="3575" b="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12F29-95E0-4826-92FB-9E78B98F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noProof="0" dirty="0"/>
              <a:t>Nos fournisseurs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E289F48-F427-C909-5435-7BE6C4C19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513838"/>
              </p:ext>
            </p:extLst>
          </p:nvPr>
        </p:nvGraphicFramePr>
        <p:xfrm>
          <a:off x="241301" y="1371600"/>
          <a:ext cx="11383140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DB6EB27D-02C9-596A-FAEF-A69CF351D235}"/>
              </a:ext>
            </a:extLst>
          </p:cNvPr>
          <p:cNvSpPr txBox="1">
            <a:spLocks/>
          </p:cNvSpPr>
          <p:nvPr/>
        </p:nvSpPr>
        <p:spPr>
          <a:xfrm>
            <a:off x="3312511" y="4907756"/>
            <a:ext cx="5240720" cy="61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b="1" noProof="0" dirty="0"/>
              <a:t>Fournisseurs diversifiés garantissant des alternatives d’intégrations de produits</a:t>
            </a:r>
          </a:p>
        </p:txBody>
      </p:sp>
    </p:spTree>
    <p:extLst>
      <p:ext uri="{BB962C8B-B14F-4D97-AF65-F5344CB8AC3E}">
        <p14:creationId xmlns:p14="http://schemas.microsoft.com/office/powerpoint/2010/main" val="3554682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9B98E-4FB4-857C-1245-67409AD98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9EB98-1F72-DF12-280A-162268D7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11" y="1784199"/>
            <a:ext cx="3290887" cy="2452687"/>
          </a:xfrm>
        </p:spPr>
        <p:txBody>
          <a:bodyPr anchor="ctr">
            <a:normAutofit/>
          </a:bodyPr>
          <a:lstStyle/>
          <a:p>
            <a:r>
              <a:rPr lang="fr-FR" sz="3600" b="1" noProof="0" dirty="0"/>
              <a:t>Partenaires stratégiques 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101D938D-0026-76FE-49D1-423D2AF92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6" b="21317"/>
          <a:stretch/>
        </p:blipFill>
        <p:spPr>
          <a:xfrm>
            <a:off x="9681881" y="251947"/>
            <a:ext cx="2176631" cy="66245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9900E7E-12EF-10DF-80B5-C0A19975B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880223"/>
              </p:ext>
            </p:extLst>
          </p:nvPr>
        </p:nvGraphicFramePr>
        <p:xfrm>
          <a:off x="3184263" y="1387737"/>
          <a:ext cx="8449829" cy="4538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7095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51698AF-26CA-ADFC-06F1-BE26167D8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12F29-95E0-4826-92FB-9E78B98F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204518"/>
            <a:ext cx="10536579" cy="1305464"/>
          </a:xfrm>
        </p:spPr>
        <p:txBody>
          <a:bodyPr>
            <a:normAutofit/>
          </a:bodyPr>
          <a:lstStyle/>
          <a:p>
            <a:r>
              <a:rPr lang="fr-FR" sz="4000" b="1" noProof="0" dirty="0"/>
              <a:t>Stratégie de fidélisation 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0686F698-26A8-F480-9F2C-94538CEAA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2" b="2"/>
          <a:stretch/>
        </p:blipFill>
        <p:spPr>
          <a:xfrm>
            <a:off x="7306493" y="3429000"/>
            <a:ext cx="4617493" cy="2589879"/>
          </a:xfrm>
          <a:prstGeom prst="rect">
            <a:avLst/>
          </a:pr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8C5B089-47FF-230F-9186-F09E3A10F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666369"/>
              </p:ext>
            </p:extLst>
          </p:nvPr>
        </p:nvGraphicFramePr>
        <p:xfrm>
          <a:off x="761801" y="2246163"/>
          <a:ext cx="5973480" cy="4051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165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1E3F-3ABC-75E9-D961-909AE7F4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C27CD21B-E522-1CE9-B151-1E6FEEE81B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" r="3575" b="2"/>
          <a:stretch/>
        </p:blipFill>
        <p:spPr>
          <a:xfrm>
            <a:off x="2564961" y="681037"/>
            <a:ext cx="6223000" cy="350043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07D8F38-C724-1959-D66B-802B9323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noProof="0" dirty="0"/>
              <a:t>Nos clients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87C40EC-A5AA-124B-6393-6EC7B0B16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921926"/>
              </p:ext>
            </p:extLst>
          </p:nvPr>
        </p:nvGraphicFramePr>
        <p:xfrm>
          <a:off x="241301" y="1371600"/>
          <a:ext cx="11383140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BC3761F2-45AD-25E1-9651-60A8EE1893B2}"/>
              </a:ext>
            </a:extLst>
          </p:cNvPr>
          <p:cNvSpPr txBox="1">
            <a:spLocks/>
          </p:cNvSpPr>
          <p:nvPr/>
        </p:nvSpPr>
        <p:spPr>
          <a:xfrm>
            <a:off x="1999155" y="5382419"/>
            <a:ext cx="8193690" cy="61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b="1" noProof="0" dirty="0"/>
              <a:t>Le client Choisir nos poubelles en fonction de sa catégorisation, type de déchets à collectés et capacités des bacs  </a:t>
            </a:r>
          </a:p>
        </p:txBody>
      </p:sp>
    </p:spTree>
    <p:extLst>
      <p:ext uri="{BB962C8B-B14F-4D97-AF65-F5344CB8AC3E}">
        <p14:creationId xmlns:p14="http://schemas.microsoft.com/office/powerpoint/2010/main" val="167519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B3C9-0536-CF36-6FFC-29924668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B62B8DA4-B2FB-DF33-0171-D18F689CA7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" r="3575" b="21486"/>
          <a:stretch/>
        </p:blipFill>
        <p:spPr>
          <a:xfrm>
            <a:off x="2758427" y="1474463"/>
            <a:ext cx="6223000" cy="271708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368812D-E56C-E073-39F5-08E66E9F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noProof="0" dirty="0"/>
              <a:t>Canaux de distribution </a:t>
            </a:r>
          </a:p>
        </p:txBody>
      </p:sp>
      <p:sp>
        <p:nvSpPr>
          <p:cNvPr id="7" name="Rectangle 6" descr="Magasin avec un remplissage uni">
            <a:extLst>
              <a:ext uri="{FF2B5EF4-FFF2-40B4-BE49-F238E27FC236}">
                <a16:creationId xmlns:a16="http://schemas.microsoft.com/office/drawing/2014/main" id="{C979421D-0394-6C2A-B6A3-3D5E32E7688C}"/>
              </a:ext>
            </a:extLst>
          </p:cNvPr>
          <p:cNvSpPr/>
          <p:nvPr/>
        </p:nvSpPr>
        <p:spPr>
          <a:xfrm>
            <a:off x="2339408" y="1966200"/>
            <a:ext cx="585351" cy="691496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8F079C7F-99E2-98F1-66A2-A6149050D1AD}"/>
              </a:ext>
            </a:extLst>
          </p:cNvPr>
          <p:cNvSpPr/>
          <p:nvPr/>
        </p:nvSpPr>
        <p:spPr>
          <a:xfrm>
            <a:off x="1130300" y="2644889"/>
            <a:ext cx="2993630" cy="1110447"/>
          </a:xfrm>
          <a:custGeom>
            <a:avLst/>
            <a:gdLst>
              <a:gd name="connsiteX0" fmla="*/ 0 w 2993630"/>
              <a:gd name="connsiteY0" fmla="*/ 0 h 939993"/>
              <a:gd name="connsiteX1" fmla="*/ 2993630 w 2993630"/>
              <a:gd name="connsiteY1" fmla="*/ 0 h 939993"/>
              <a:gd name="connsiteX2" fmla="*/ 2993630 w 2993630"/>
              <a:gd name="connsiteY2" fmla="*/ 939993 h 939993"/>
              <a:gd name="connsiteX3" fmla="*/ 0 w 2993630"/>
              <a:gd name="connsiteY3" fmla="*/ 939993 h 939993"/>
              <a:gd name="connsiteX4" fmla="*/ 0 w 2993630"/>
              <a:gd name="connsiteY4" fmla="*/ 0 h 939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3630" h="939993">
                <a:moveTo>
                  <a:pt x="0" y="0"/>
                </a:moveTo>
                <a:lnTo>
                  <a:pt x="2993630" y="0"/>
                </a:lnTo>
                <a:lnTo>
                  <a:pt x="2993630" y="939993"/>
                </a:lnTo>
                <a:lnTo>
                  <a:pt x="0" y="9399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noProof="0" dirty="0"/>
              <a:t>1</a:t>
            </a:r>
            <a:r>
              <a:rPr lang="fr-FR" sz="1100" b="1" kern="1200" noProof="0" dirty="0"/>
              <a:t>. Création de boutique de vente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0" kern="1200" noProof="0" dirty="0"/>
              <a:t>Ouvrir des boutiques dans des zones stratégiques : Treichville, KOUMASSI , Cocody ou Yopougon</a:t>
            </a:r>
          </a:p>
        </p:txBody>
      </p:sp>
      <p:sp>
        <p:nvSpPr>
          <p:cNvPr id="9" name="Rectangle 8" descr="Informatique hébergé avec un remplissage uni">
            <a:extLst>
              <a:ext uri="{FF2B5EF4-FFF2-40B4-BE49-F238E27FC236}">
                <a16:creationId xmlns:a16="http://schemas.microsoft.com/office/drawing/2014/main" id="{6C377489-7644-F46E-E360-5E31F7946624}"/>
              </a:ext>
            </a:extLst>
          </p:cNvPr>
          <p:cNvSpPr/>
          <p:nvPr/>
        </p:nvSpPr>
        <p:spPr>
          <a:xfrm>
            <a:off x="5602183" y="1948234"/>
            <a:ext cx="585351" cy="691496"/>
          </a:xfrm>
          <a:prstGeom prst="rect">
            <a:avLst/>
          </a:prstGeom>
          <a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E1B67936-19B4-1F03-A796-E4FC5DD4C19A}"/>
              </a:ext>
            </a:extLst>
          </p:cNvPr>
          <p:cNvSpPr/>
          <p:nvPr/>
        </p:nvSpPr>
        <p:spPr>
          <a:xfrm>
            <a:off x="4369704" y="2742728"/>
            <a:ext cx="3076646" cy="359854"/>
          </a:xfrm>
          <a:custGeom>
            <a:avLst/>
            <a:gdLst>
              <a:gd name="connsiteX0" fmla="*/ 0 w 3076646"/>
              <a:gd name="connsiteY0" fmla="*/ 0 h 304616"/>
              <a:gd name="connsiteX1" fmla="*/ 3076646 w 3076646"/>
              <a:gd name="connsiteY1" fmla="*/ 0 h 304616"/>
              <a:gd name="connsiteX2" fmla="*/ 3076646 w 3076646"/>
              <a:gd name="connsiteY2" fmla="*/ 304616 h 304616"/>
              <a:gd name="connsiteX3" fmla="*/ 0 w 3076646"/>
              <a:gd name="connsiteY3" fmla="*/ 304616 h 304616"/>
              <a:gd name="connsiteX4" fmla="*/ 0 w 3076646"/>
              <a:gd name="connsiteY4" fmla="*/ 0 h 30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6646" h="304616">
                <a:moveTo>
                  <a:pt x="0" y="0"/>
                </a:moveTo>
                <a:lnTo>
                  <a:pt x="3076646" y="0"/>
                </a:lnTo>
                <a:lnTo>
                  <a:pt x="3076646" y="304616"/>
                </a:lnTo>
                <a:lnTo>
                  <a:pt x="0" y="30461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noProof="0" dirty="0"/>
              <a:t>2</a:t>
            </a:r>
            <a:r>
              <a:rPr lang="fr-FR" sz="1100" b="1" kern="1200" noProof="0" dirty="0"/>
              <a:t>. Collaboration avec des revendeurs locaux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0" kern="1200" noProof="0" dirty="0"/>
              <a:t>Vente avec des revendeurs locaux avec commission sur vente</a:t>
            </a: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E1B43B2F-2E6E-D6F6-5661-C403A5BA3657}"/>
              </a:ext>
            </a:extLst>
          </p:cNvPr>
          <p:cNvSpPr/>
          <p:nvPr/>
        </p:nvSpPr>
        <p:spPr>
          <a:xfrm>
            <a:off x="8414607" y="2742722"/>
            <a:ext cx="3121015" cy="1564766"/>
          </a:xfrm>
          <a:custGeom>
            <a:avLst/>
            <a:gdLst>
              <a:gd name="connsiteX0" fmla="*/ 0 w 2917366"/>
              <a:gd name="connsiteY0" fmla="*/ 0 h 1324569"/>
              <a:gd name="connsiteX1" fmla="*/ 2917366 w 2917366"/>
              <a:gd name="connsiteY1" fmla="*/ 0 h 1324569"/>
              <a:gd name="connsiteX2" fmla="*/ 2917366 w 2917366"/>
              <a:gd name="connsiteY2" fmla="*/ 1324569 h 1324569"/>
              <a:gd name="connsiteX3" fmla="*/ 0 w 2917366"/>
              <a:gd name="connsiteY3" fmla="*/ 1324569 h 1324569"/>
              <a:gd name="connsiteX4" fmla="*/ 0 w 2917366"/>
              <a:gd name="connsiteY4" fmla="*/ 0 h 1324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17366" h="1324569">
                <a:moveTo>
                  <a:pt x="0" y="0"/>
                </a:moveTo>
                <a:lnTo>
                  <a:pt x="2917366" y="0"/>
                </a:lnTo>
                <a:lnTo>
                  <a:pt x="2917366" y="1324569"/>
                </a:lnTo>
                <a:lnTo>
                  <a:pt x="0" y="132456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noProof="0" dirty="0"/>
              <a:t>3. Prise de rendez vous d’affaires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0" kern="1200" noProof="0" dirty="0"/>
              <a:t>Identifier les entreprises, écoles, municipalités, et hôtels pour des présentation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0" kern="1200" noProof="0" dirty="0"/>
              <a:t>       Collaborer avec des entreprises de gestion des déchets, des ONG écologiques et des promoteurs immobiliers.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100" b="0" kern="1200" noProof="0" dirty="0"/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100" b="0" kern="1200" noProof="0" dirty="0"/>
          </a:p>
        </p:txBody>
      </p:sp>
      <p:sp>
        <p:nvSpPr>
          <p:cNvPr id="13" name="Rectangle 12" descr="Bâtiment avec un remplissage uni">
            <a:extLst>
              <a:ext uri="{FF2B5EF4-FFF2-40B4-BE49-F238E27FC236}">
                <a16:creationId xmlns:a16="http://schemas.microsoft.com/office/drawing/2014/main" id="{AF90F4D1-6BAF-B101-FA3E-0F2CB3CCECE5}"/>
              </a:ext>
            </a:extLst>
          </p:cNvPr>
          <p:cNvSpPr/>
          <p:nvPr/>
        </p:nvSpPr>
        <p:spPr>
          <a:xfrm>
            <a:off x="2820046" y="3652067"/>
            <a:ext cx="585351" cy="691496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83844381-85F9-34EE-75B7-6BD2360C2144}"/>
              </a:ext>
            </a:extLst>
          </p:cNvPr>
          <p:cNvSpPr/>
          <p:nvPr/>
        </p:nvSpPr>
        <p:spPr>
          <a:xfrm>
            <a:off x="1876097" y="4434025"/>
            <a:ext cx="2473251" cy="439372"/>
          </a:xfrm>
          <a:custGeom>
            <a:avLst/>
            <a:gdLst>
              <a:gd name="connsiteX0" fmla="*/ 0 w 1952706"/>
              <a:gd name="connsiteY0" fmla="*/ 0 h 410556"/>
              <a:gd name="connsiteX1" fmla="*/ 1952706 w 1952706"/>
              <a:gd name="connsiteY1" fmla="*/ 0 h 410556"/>
              <a:gd name="connsiteX2" fmla="*/ 1952706 w 1952706"/>
              <a:gd name="connsiteY2" fmla="*/ 410556 h 410556"/>
              <a:gd name="connsiteX3" fmla="*/ 0 w 1952706"/>
              <a:gd name="connsiteY3" fmla="*/ 410556 h 410556"/>
              <a:gd name="connsiteX4" fmla="*/ 0 w 1952706"/>
              <a:gd name="connsiteY4" fmla="*/ 0 h 41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706" h="410556">
                <a:moveTo>
                  <a:pt x="0" y="0"/>
                </a:moveTo>
                <a:lnTo>
                  <a:pt x="1952706" y="0"/>
                </a:lnTo>
                <a:lnTo>
                  <a:pt x="1952706" y="410556"/>
                </a:lnTo>
                <a:lnTo>
                  <a:pt x="0" y="4105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noProof="0" dirty="0"/>
              <a:t>5. Réseaux publics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noProof="0" dirty="0"/>
              <a:t> Répondre aux appels d’offres pour équiper les espaces publics avec des poubelles intelligentes.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100" noProof="0" dirty="0"/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kern="1200" noProof="0" dirty="0"/>
              <a:t>Collaborer avec les autorités pour intégrer les poubelles intelligentes dans les initiatives environnementales.</a:t>
            </a: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2ADCB9AB-BA0A-2CAA-5D92-AA323A461A07}"/>
              </a:ext>
            </a:extLst>
          </p:cNvPr>
          <p:cNvSpPr/>
          <p:nvPr/>
        </p:nvSpPr>
        <p:spPr>
          <a:xfrm>
            <a:off x="6383970" y="4630896"/>
            <a:ext cx="3121014" cy="1763348"/>
          </a:xfrm>
          <a:custGeom>
            <a:avLst/>
            <a:gdLst>
              <a:gd name="connsiteX0" fmla="*/ 0 w 2917366"/>
              <a:gd name="connsiteY0" fmla="*/ 0 h 1324569"/>
              <a:gd name="connsiteX1" fmla="*/ 2917366 w 2917366"/>
              <a:gd name="connsiteY1" fmla="*/ 0 h 1324569"/>
              <a:gd name="connsiteX2" fmla="*/ 2917366 w 2917366"/>
              <a:gd name="connsiteY2" fmla="*/ 1324569 h 1324569"/>
              <a:gd name="connsiteX3" fmla="*/ 0 w 2917366"/>
              <a:gd name="connsiteY3" fmla="*/ 1324569 h 1324569"/>
              <a:gd name="connsiteX4" fmla="*/ 0 w 2917366"/>
              <a:gd name="connsiteY4" fmla="*/ 0 h 1324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17366" h="1324569">
                <a:moveTo>
                  <a:pt x="0" y="0"/>
                </a:moveTo>
                <a:lnTo>
                  <a:pt x="2917366" y="0"/>
                </a:lnTo>
                <a:lnTo>
                  <a:pt x="2917366" y="1324569"/>
                </a:lnTo>
                <a:lnTo>
                  <a:pt x="0" y="132456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 noProof="0" dirty="0"/>
              <a:t>3. </a:t>
            </a:r>
            <a:r>
              <a:rPr lang="fr-FR" sz="1100" b="1" noProof="0" dirty="0"/>
              <a:t>Ventes en lignes </a:t>
            </a:r>
            <a:endParaRPr lang="fr-FR" sz="1100" b="1" kern="1200" noProof="0" dirty="0"/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0" kern="1200" noProof="0" dirty="0"/>
              <a:t>Vendre sur des plateformes locales comme </a:t>
            </a:r>
            <a:r>
              <a:rPr lang="fr-FR" sz="1100" noProof="0" dirty="0"/>
              <a:t>pour les particuliers </a:t>
            </a:r>
            <a:r>
              <a:rPr lang="fr-FR" sz="1100" b="0" kern="1200" noProof="0" dirty="0"/>
              <a:t>Jumia.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100" noProof="0" dirty="0"/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0" kern="1200" noProof="0" dirty="0"/>
              <a:t>Publicité ciblée sur les réseaux sociaux :Utiliser Facebook, Instagram, et LinkedIn pour cibler les particuliers, entreprises, et collectivités.</a:t>
            </a:r>
          </a:p>
          <a:p>
            <a:pPr marL="0" lvl="0" indent="0" algn="ctr" defTabSz="4889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100" b="0" kern="1200" noProof="0" dirty="0"/>
          </a:p>
        </p:txBody>
      </p:sp>
      <p:pic>
        <p:nvPicPr>
          <p:cNvPr id="1028" name="Picture 4" descr="Vente en ligne - Icônes commerce gratuites">
            <a:extLst>
              <a:ext uri="{FF2B5EF4-FFF2-40B4-BE49-F238E27FC236}">
                <a16:creationId xmlns:a16="http://schemas.microsoft.com/office/drawing/2014/main" id="{35AD2CEE-2ADF-E435-4BDB-420993BFC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765" y="3777444"/>
            <a:ext cx="691748" cy="69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 17" descr="Une image contenant horloge, Graphique, Police, conception&#10;&#10;Description générée automatiquement">
            <a:extLst>
              <a:ext uri="{FF2B5EF4-FFF2-40B4-BE49-F238E27FC236}">
                <a16:creationId xmlns:a16="http://schemas.microsoft.com/office/drawing/2014/main" id="{33240C9F-4A26-9AC2-0300-2F2F39182B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26" b="21946"/>
          <a:stretch/>
        </p:blipFill>
        <p:spPr>
          <a:xfrm>
            <a:off x="9303374" y="1842942"/>
            <a:ext cx="1536047" cy="9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5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Graphique, Police, graphisme, logo">
            <a:extLst>
              <a:ext uri="{FF2B5EF4-FFF2-40B4-BE49-F238E27FC236}">
                <a16:creationId xmlns:a16="http://schemas.microsoft.com/office/drawing/2014/main" id="{5B1C91F3-C78B-8F3F-C9DE-44C650A079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" r="3575" b="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12F29-95E0-4826-92FB-9E78B98F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noProof="0" dirty="0"/>
              <a:t>Coût estimé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6831950-986E-DEA5-F0A4-64FBF6868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3870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3502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1A723-A215-8076-7DEA-D94AB8B7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F2D95D-510F-C86F-96DC-AC120270A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fr-FR" b="1" noProof="0" dirty="0"/>
              <a:t>Modèle de revenus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 3" descr="Une image contenant Graphique, Police, graphisme, logo">
            <a:extLst>
              <a:ext uri="{FF2B5EF4-FFF2-40B4-BE49-F238E27FC236}">
                <a16:creationId xmlns:a16="http://schemas.microsoft.com/office/drawing/2014/main" id="{83F6D124-A182-1C03-675C-4F5CC6827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" r="3575" b="2"/>
          <a:stretch/>
        </p:blipFill>
        <p:spPr>
          <a:xfrm>
            <a:off x="95857" y="2173614"/>
            <a:ext cx="4777381" cy="268726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4342BB6-0AD8-3B38-1EC3-87D5D8A037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167012"/>
              </p:ext>
            </p:extLst>
          </p:nvPr>
        </p:nvGraphicFramePr>
        <p:xfrm>
          <a:off x="4974515" y="1793676"/>
          <a:ext cx="6379285" cy="4584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152311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3450</TotalTime>
  <Words>1003</Words>
  <Application>Microsoft Office PowerPoint</Application>
  <PresentationFormat>Grand écran</PresentationFormat>
  <Paragraphs>130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Trebuchet MS</vt:lpstr>
      <vt:lpstr>Thème Office 2013 – 2022</vt:lpstr>
      <vt:lpstr>Présentation PowerPoint</vt:lpstr>
      <vt:lpstr>Présentation PowerPoint</vt:lpstr>
      <vt:lpstr>Fonctionnalités du MVP </vt:lpstr>
      <vt:lpstr>Prototypes interactifs Application Mobile </vt:lpstr>
      <vt:lpstr>Interface Accueil Visualisation des états de la poubelle Niveau de remplissage Ajouter une nouvelle poubelle Voir son empreinte carbone   </vt:lpstr>
      <vt:lpstr>Interface Vue et Poubelle Visualisation des données de la poubelle Quantité de déchets recyclés Historique de collecte et vidange Voir son empreinte carbone Localiser sa poubelle Ajouter d’autres poubelles   </vt:lpstr>
      <vt:lpstr>Interface Recycle Astuce écologique et conseil  Estimation cout déchets collectés Vendre ses déchets recyclés via réseau de partenaires    </vt:lpstr>
      <vt:lpstr>Technologies utilisées</vt:lpstr>
      <vt:lpstr>Technologies utilisées</vt:lpstr>
      <vt:lpstr>Technologies utilisées</vt:lpstr>
      <vt:lpstr>Présentation PowerPoint</vt:lpstr>
      <vt:lpstr>Nos fournisseurs</vt:lpstr>
      <vt:lpstr>Partenaires stratégiques </vt:lpstr>
      <vt:lpstr>Stratégie de fidélisation </vt:lpstr>
      <vt:lpstr>Nos clients</vt:lpstr>
      <vt:lpstr>Canaux de distribution </vt:lpstr>
      <vt:lpstr>Coût estimé</vt:lpstr>
      <vt:lpstr>Modèle de revenus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FORMATION</dc:creator>
  <cp:lastModifiedBy>korekou emmanuel gbra</cp:lastModifiedBy>
  <cp:revision>54</cp:revision>
  <dcterms:created xsi:type="dcterms:W3CDTF">2025-01-17T17:23:42Z</dcterms:created>
  <dcterms:modified xsi:type="dcterms:W3CDTF">2025-01-21T12:00:44Z</dcterms:modified>
</cp:coreProperties>
</file>